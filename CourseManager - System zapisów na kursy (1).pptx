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arlosiwo/CourseManag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losiwo/CourseManager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s6obhvl37uki/mnt/agents/output/coursemanager/images/1_Minimal_tech_background_Images_Free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10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100000">
                <a:srgbClr val="0F172A">
                  <a:alpha val="80000"/>
                </a:srgbClr>
              </a:gs>
            </a:gsLst>
            <a:lin ang="81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COURSEMANAGER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DE9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zapisów na kursy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5588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Deklaracja projektowa | PS7 | 2025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85100" y="6477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7C3AED">
              <a:alpha val="5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projekcie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5000" y="1778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127000" y="190500"/>
                </a:moveTo>
                <a:cubicBezTo>
                  <a:pt x="127000" y="120452"/>
                  <a:pt x="183952" y="63500"/>
                  <a:pt x="254000" y="63500"/>
                </a:cubicBezTo>
                <a:lnTo>
                  <a:pt x="1016000" y="63500"/>
                </a:lnTo>
                <a:cubicBezTo>
                  <a:pt x="1086048" y="63500"/>
                  <a:pt x="1143000" y="120452"/>
                  <a:pt x="1143000" y="190500"/>
                </a:cubicBezTo>
                <a:lnTo>
                  <a:pt x="1143000" y="666750"/>
                </a:lnTo>
                <a:lnTo>
                  <a:pt x="1016000" y="666750"/>
                </a:lnTo>
                <a:lnTo>
                  <a:pt x="1016000" y="190500"/>
                </a:lnTo>
                <a:lnTo>
                  <a:pt x="254000" y="190500"/>
                </a:lnTo>
                <a:lnTo>
                  <a:pt x="254000" y="666750"/>
                </a:lnTo>
                <a:lnTo>
                  <a:pt x="127000" y="666750"/>
                </a:lnTo>
                <a:lnTo>
                  <a:pt x="127000" y="190500"/>
                </a:lnTo>
                <a:close/>
                <a:moveTo>
                  <a:pt x="0" y="800100"/>
                </a:moveTo>
                <a:cubicBezTo>
                  <a:pt x="0" y="779066"/>
                  <a:pt x="17066" y="762000"/>
                  <a:pt x="38100" y="762000"/>
                </a:cubicBezTo>
                <a:lnTo>
                  <a:pt x="1231900" y="762000"/>
                </a:lnTo>
                <a:cubicBezTo>
                  <a:pt x="1252934" y="762000"/>
                  <a:pt x="1270000" y="779066"/>
                  <a:pt x="1270000" y="800100"/>
                </a:cubicBezTo>
                <a:cubicBezTo>
                  <a:pt x="1270000" y="884238"/>
                  <a:pt x="1201738" y="952500"/>
                  <a:pt x="1117600" y="952500"/>
                </a:cubicBezTo>
                <a:lnTo>
                  <a:pt x="152400" y="952500"/>
                </a:lnTo>
                <a:cubicBezTo>
                  <a:pt x="68263" y="952500"/>
                  <a:pt x="0" y="884238"/>
                  <a:pt x="0" y="800100"/>
                </a:cubicBezTo>
                <a:close/>
                <a:moveTo>
                  <a:pt x="557609" y="414734"/>
                </a:moveTo>
                <a:lnTo>
                  <a:pt x="496094" y="476250"/>
                </a:lnTo>
                <a:lnTo>
                  <a:pt x="557609" y="537766"/>
                </a:lnTo>
                <a:cubicBezTo>
                  <a:pt x="576262" y="556419"/>
                  <a:pt x="576262" y="586581"/>
                  <a:pt x="557609" y="605036"/>
                </a:cubicBezTo>
                <a:cubicBezTo>
                  <a:pt x="538956" y="623491"/>
                  <a:pt x="508794" y="623689"/>
                  <a:pt x="490339" y="605036"/>
                </a:cubicBezTo>
                <a:lnTo>
                  <a:pt x="395089" y="509786"/>
                </a:lnTo>
                <a:cubicBezTo>
                  <a:pt x="376436" y="491133"/>
                  <a:pt x="376436" y="460970"/>
                  <a:pt x="395089" y="442516"/>
                </a:cubicBezTo>
                <a:lnTo>
                  <a:pt x="490339" y="347266"/>
                </a:lnTo>
                <a:cubicBezTo>
                  <a:pt x="508992" y="328612"/>
                  <a:pt x="539155" y="328612"/>
                  <a:pt x="557609" y="347266"/>
                </a:cubicBezTo>
                <a:cubicBezTo>
                  <a:pt x="576064" y="365919"/>
                  <a:pt x="576262" y="396081"/>
                  <a:pt x="557609" y="414536"/>
                </a:cubicBezTo>
                <a:close/>
                <a:moveTo>
                  <a:pt x="779859" y="347266"/>
                </a:moveTo>
                <a:lnTo>
                  <a:pt x="875109" y="442516"/>
                </a:lnTo>
                <a:cubicBezTo>
                  <a:pt x="893763" y="461169"/>
                  <a:pt x="893763" y="491331"/>
                  <a:pt x="875109" y="509786"/>
                </a:cubicBezTo>
                <a:lnTo>
                  <a:pt x="779859" y="605036"/>
                </a:lnTo>
                <a:cubicBezTo>
                  <a:pt x="761206" y="623689"/>
                  <a:pt x="731044" y="623689"/>
                  <a:pt x="712589" y="605036"/>
                </a:cubicBezTo>
                <a:cubicBezTo>
                  <a:pt x="694134" y="586383"/>
                  <a:pt x="693936" y="556220"/>
                  <a:pt x="712589" y="537766"/>
                </a:cubicBezTo>
                <a:lnTo>
                  <a:pt x="774105" y="476250"/>
                </a:lnTo>
                <a:lnTo>
                  <a:pt x="712589" y="414734"/>
                </a:lnTo>
                <a:cubicBezTo>
                  <a:pt x="693936" y="396081"/>
                  <a:pt x="693936" y="365919"/>
                  <a:pt x="712589" y="347464"/>
                </a:cubicBezTo>
                <a:cubicBezTo>
                  <a:pt x="731242" y="329009"/>
                  <a:pt x="761405" y="328811"/>
                  <a:pt x="779859" y="34746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1750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Webowa aplikacja do zarządzania zapisami na kursy edukacyjne.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Pełny system CRUD z kontrolą dostępu, limitami miejsc i raportowaniem.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0" y="1651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820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0856" y="5983"/>
                </a:moveTo>
                <a:cubicBezTo>
                  <a:pt x="426571" y="536"/>
                  <a:pt x="434876" y="-1429"/>
                  <a:pt x="442555" y="1072"/>
                </a:cubicBezTo>
                <a:cubicBezTo>
                  <a:pt x="451306" y="4018"/>
                  <a:pt x="457200" y="12234"/>
                  <a:pt x="457200" y="21431"/>
                </a:cubicBezTo>
                <a:lnTo>
                  <a:pt x="457200" y="188327"/>
                </a:lnTo>
                <a:cubicBezTo>
                  <a:pt x="457200" y="305485"/>
                  <a:pt x="360670" y="400050"/>
                  <a:pt x="243959" y="400050"/>
                </a:cubicBezTo>
                <a:cubicBezTo>
                  <a:pt x="175200" y="400050"/>
                  <a:pt x="115907" y="355848"/>
                  <a:pt x="94387" y="294055"/>
                </a:cubicBezTo>
                <a:cubicBezTo>
                  <a:pt x="62776" y="321558"/>
                  <a:pt x="42862" y="362010"/>
                  <a:pt x="42862" y="407194"/>
                </a:cubicBezTo>
                <a:cubicBezTo>
                  <a:pt x="42862" y="419070"/>
                  <a:pt x="33308" y="428625"/>
                  <a:pt x="21431" y="428625"/>
                </a:cubicBezTo>
                <a:cubicBezTo>
                  <a:pt x="9555" y="428625"/>
                  <a:pt x="0" y="419070"/>
                  <a:pt x="0" y="407194"/>
                </a:cubicBezTo>
                <a:cubicBezTo>
                  <a:pt x="0" y="340310"/>
                  <a:pt x="34111" y="281374"/>
                  <a:pt x="85814" y="246727"/>
                </a:cubicBezTo>
                <a:cubicBezTo>
                  <a:pt x="117336" y="225653"/>
                  <a:pt x="154930" y="214313"/>
                  <a:pt x="192881" y="214313"/>
                </a:cubicBezTo>
                <a:lnTo>
                  <a:pt x="264319" y="214313"/>
                </a:lnTo>
                <a:cubicBezTo>
                  <a:pt x="276195" y="214313"/>
                  <a:pt x="285750" y="204758"/>
                  <a:pt x="285750" y="192881"/>
                </a:cubicBezTo>
                <a:cubicBezTo>
                  <a:pt x="285750" y="181005"/>
                  <a:pt x="276195" y="171450"/>
                  <a:pt x="264319" y="171450"/>
                </a:cubicBezTo>
                <a:lnTo>
                  <a:pt x="192881" y="171450"/>
                </a:lnTo>
                <a:cubicBezTo>
                  <a:pt x="157430" y="171450"/>
                  <a:pt x="123855" y="179308"/>
                  <a:pt x="93762" y="193328"/>
                </a:cubicBezTo>
                <a:cubicBezTo>
                  <a:pt x="114568" y="130820"/>
                  <a:pt x="173415" y="85725"/>
                  <a:pt x="242888" y="85725"/>
                </a:cubicBezTo>
                <a:cubicBezTo>
                  <a:pt x="302181" y="85725"/>
                  <a:pt x="346293" y="65990"/>
                  <a:pt x="375672" y="46434"/>
                </a:cubicBezTo>
                <a:cubicBezTo>
                  <a:pt x="392817" y="35004"/>
                  <a:pt x="407372" y="21342"/>
                  <a:pt x="420945" y="598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1905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4892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framework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684000" y="1651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9380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0" y="1905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38000" y="24892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 &amp; roles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0" y="3175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0575" y="342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3429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Baza danych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40132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Relacyjna, min. 2 tabele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684000" y="3175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966575" y="342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-28575"/>
                </a:moveTo>
                <a:cubicBezTo>
                  <a:pt x="130106" y="-28575"/>
                  <a:pt x="142875" y="-15806"/>
                  <a:pt x="142875" y="0"/>
                </a:cubicBezTo>
                <a:lnTo>
                  <a:pt x="142875" y="85725"/>
                </a:lnTo>
                <a:lnTo>
                  <a:pt x="257175" y="85725"/>
                </a:lnTo>
                <a:lnTo>
                  <a:pt x="257175" y="0"/>
                </a:lnTo>
                <a:cubicBezTo>
                  <a:pt x="257175" y="-15806"/>
                  <a:pt x="269944" y="-28575"/>
                  <a:pt x="285750" y="-28575"/>
                </a:cubicBezTo>
                <a:cubicBezTo>
                  <a:pt x="301556" y="-28575"/>
                  <a:pt x="314325" y="-15806"/>
                  <a:pt x="314325" y="0"/>
                </a:cubicBezTo>
                <a:lnTo>
                  <a:pt x="314325" y="85725"/>
                </a:ln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cubicBezTo>
                  <a:pt x="400050" y="130106"/>
                  <a:pt x="387281" y="142875"/>
                  <a:pt x="371475" y="142875"/>
                </a:cubicBezTo>
                <a:lnTo>
                  <a:pt x="371475" y="200025"/>
                </a:lnTo>
                <a:cubicBezTo>
                  <a:pt x="371475" y="284946"/>
                  <a:pt x="309682" y="355491"/>
                  <a:pt x="228600" y="369064"/>
                </a:cubicBezTo>
                <a:lnTo>
                  <a:pt x="228600" y="428625"/>
                </a:lnTo>
                <a:cubicBezTo>
                  <a:pt x="228600" y="444431"/>
                  <a:pt x="215831" y="457200"/>
                  <a:pt x="200025" y="457200"/>
                </a:cubicBezTo>
                <a:cubicBezTo>
                  <a:pt x="184219" y="457200"/>
                  <a:pt x="171450" y="444431"/>
                  <a:pt x="171450" y="428625"/>
                </a:cubicBezTo>
                <a:lnTo>
                  <a:pt x="171450" y="369064"/>
                </a:lnTo>
                <a:cubicBezTo>
                  <a:pt x="90368" y="355491"/>
                  <a:pt x="28575" y="284946"/>
                  <a:pt x="28575" y="20002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lnTo>
                  <a:pt x="85725" y="0"/>
                </a:lnTo>
                <a:cubicBezTo>
                  <a:pt x="85725" y="-15806"/>
                  <a:pt x="98494" y="-28575"/>
                  <a:pt x="114300" y="-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0" y="3429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38000" y="40132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Klient + serwer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5588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użytkowników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6600" y="6350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235902" y="406400"/>
                </a:lnTo>
                <a:cubicBezTo>
                  <a:pt x="207169" y="372586"/>
                  <a:pt x="190500" y="329009"/>
                  <a:pt x="190500" y="282892"/>
                </a:cubicBezTo>
                <a:lnTo>
                  <a:pt x="190500" y="258207"/>
                </a:lnTo>
                <a:cubicBezTo>
                  <a:pt x="190500" y="252412"/>
                  <a:pt x="191294" y="246698"/>
                  <a:pt x="192802" y="241300"/>
                </a:cubicBezTo>
                <a:lnTo>
                  <a:pt x="154226" y="241300"/>
                </a:lnTo>
                <a:close/>
                <a:moveTo>
                  <a:pt x="353457" y="387747"/>
                </a:moveTo>
                <a:lnTo>
                  <a:pt x="342900" y="392748"/>
                </a:lnTo>
                <a:lnTo>
                  <a:pt x="342900" y="243443"/>
                </a:lnTo>
                <a:lnTo>
                  <a:pt x="419100" y="268843"/>
                </a:lnTo>
                <a:lnTo>
                  <a:pt x="419100" y="284401"/>
                </a:lnTo>
                <a:cubicBezTo>
                  <a:pt x="419100" y="328692"/>
                  <a:pt x="393541" y="368935"/>
                  <a:pt x="353457" y="387826"/>
                </a:cubicBezTo>
                <a:close/>
                <a:moveTo>
                  <a:pt x="334883" y="205978"/>
                </a:moveTo>
                <a:lnTo>
                  <a:pt x="245983" y="235585"/>
                </a:lnTo>
                <a:cubicBezTo>
                  <a:pt x="235585" y="239078"/>
                  <a:pt x="228600" y="248761"/>
                  <a:pt x="228600" y="259715"/>
                </a:cubicBezTo>
                <a:lnTo>
                  <a:pt x="228600" y="284401"/>
                </a:lnTo>
                <a:cubicBezTo>
                  <a:pt x="228600" y="343456"/>
                  <a:pt x="262731" y="397192"/>
                  <a:pt x="316071" y="422275"/>
                </a:cubicBezTo>
                <a:lnTo>
                  <a:pt x="330756" y="429181"/>
                </a:lnTo>
                <a:cubicBezTo>
                  <a:pt x="334566" y="430927"/>
                  <a:pt x="338693" y="431879"/>
                  <a:pt x="342821" y="431879"/>
                </a:cubicBezTo>
                <a:cubicBezTo>
                  <a:pt x="346948" y="431879"/>
                  <a:pt x="351155" y="430927"/>
                  <a:pt x="354886" y="429181"/>
                </a:cubicBezTo>
                <a:lnTo>
                  <a:pt x="369570" y="422275"/>
                </a:lnTo>
                <a:cubicBezTo>
                  <a:pt x="423069" y="397113"/>
                  <a:pt x="457200" y="343376"/>
                  <a:pt x="457200" y="284321"/>
                </a:cubicBezTo>
                <a:lnTo>
                  <a:pt x="457200" y="259636"/>
                </a:lnTo>
                <a:cubicBezTo>
                  <a:pt x="457200" y="248682"/>
                  <a:pt x="450215" y="238998"/>
                  <a:pt x="439817" y="235506"/>
                </a:cubicBezTo>
                <a:lnTo>
                  <a:pt x="350917" y="205899"/>
                </a:lnTo>
                <a:cubicBezTo>
                  <a:pt x="345678" y="204152"/>
                  <a:pt x="340043" y="204152"/>
                  <a:pt x="334883" y="205899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6350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13200" y="6350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7950" y="101600"/>
                </a:moveTo>
                <a:cubicBezTo>
                  <a:pt x="107950" y="49030"/>
                  <a:pt x="150630" y="6350"/>
                  <a:pt x="203200" y="6350"/>
                </a:cubicBezTo>
                <a:cubicBezTo>
                  <a:pt x="255770" y="6350"/>
                  <a:pt x="298450" y="49030"/>
                  <a:pt x="298450" y="101600"/>
                </a:cubicBezTo>
                <a:cubicBezTo>
                  <a:pt x="298450" y="154170"/>
                  <a:pt x="255770" y="196850"/>
                  <a:pt x="203200" y="196850"/>
                </a:cubicBezTo>
                <a:cubicBezTo>
                  <a:pt x="150630" y="196850"/>
                  <a:pt x="107950" y="154170"/>
                  <a:pt x="107950" y="101600"/>
                </a:cubicBezTo>
                <a:close/>
                <a:moveTo>
                  <a:pt x="38100" y="382826"/>
                </a:moveTo>
                <a:cubicBezTo>
                  <a:pt x="38100" y="304641"/>
                  <a:pt x="101441" y="241300"/>
                  <a:pt x="179626" y="241300"/>
                </a:cubicBezTo>
                <a:lnTo>
                  <a:pt x="226774" y="241300"/>
                </a:lnTo>
                <a:cubicBezTo>
                  <a:pt x="304959" y="241300"/>
                  <a:pt x="368300" y="304641"/>
                  <a:pt x="368300" y="382826"/>
                </a:cubicBezTo>
                <a:cubicBezTo>
                  <a:pt x="368300" y="395843"/>
                  <a:pt x="357743" y="406400"/>
                  <a:pt x="344726" y="406400"/>
                </a:cubicBezTo>
                <a:lnTo>
                  <a:pt x="61674" y="406400"/>
                </a:lnTo>
                <a:cubicBezTo>
                  <a:pt x="48657" y="406400"/>
                  <a:pt x="38100" y="395843"/>
                  <a:pt x="38100" y="382826"/>
                </a:cubicBezTo>
                <a:close/>
                <a:moveTo>
                  <a:pt x="486092" y="105331"/>
                </a:moveTo>
                <a:lnTo>
                  <a:pt x="422592" y="206931"/>
                </a:lnTo>
                <a:cubicBezTo>
                  <a:pt x="419259" y="212249"/>
                  <a:pt x="413544" y="215582"/>
                  <a:pt x="407273" y="215900"/>
                </a:cubicBezTo>
                <a:cubicBezTo>
                  <a:pt x="401003" y="216218"/>
                  <a:pt x="394970" y="213360"/>
                  <a:pt x="391239" y="208280"/>
                </a:cubicBezTo>
                <a:lnTo>
                  <a:pt x="353139" y="157480"/>
                </a:lnTo>
                <a:cubicBezTo>
                  <a:pt x="346789" y="149066"/>
                  <a:pt x="348536" y="137160"/>
                  <a:pt x="356949" y="130810"/>
                </a:cubicBezTo>
                <a:cubicBezTo>
                  <a:pt x="365363" y="124460"/>
                  <a:pt x="377269" y="126206"/>
                  <a:pt x="383619" y="134620"/>
                </a:cubicBezTo>
                <a:lnTo>
                  <a:pt x="405051" y="163195"/>
                </a:lnTo>
                <a:lnTo>
                  <a:pt x="453787" y="85169"/>
                </a:lnTo>
                <a:cubicBezTo>
                  <a:pt x="459343" y="76279"/>
                  <a:pt x="471091" y="73501"/>
                  <a:pt x="480060" y="79137"/>
                </a:cubicBezTo>
                <a:cubicBezTo>
                  <a:pt x="489029" y="84773"/>
                  <a:pt x="491728" y="96441"/>
                  <a:pt x="486093" y="10541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635500" y="63500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Użytkownik (pełne prawa)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7400" y="6985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04641"/>
                  <a:pt x="279559" y="241300"/>
                  <a:pt x="201374" y="241300"/>
                </a:cubicBezTo>
                <a:lnTo>
                  <a:pt x="154226" y="241300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6985000"/>
            <a:ext cx="2730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Użytkownik (limitowany)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40200" y="698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8268" y="101600"/>
                </a:moveTo>
                <a:cubicBezTo>
                  <a:pt x="108267" y="67570"/>
                  <a:pt x="126422" y="36126"/>
                  <a:pt x="155892" y="19111"/>
                </a:cubicBezTo>
                <a:cubicBezTo>
                  <a:pt x="185363" y="2096"/>
                  <a:pt x="221672" y="2096"/>
                  <a:pt x="251143" y="19111"/>
                </a:cubicBezTo>
                <a:cubicBezTo>
                  <a:pt x="280613" y="36126"/>
                  <a:pt x="298768" y="67570"/>
                  <a:pt x="298768" y="101600"/>
                </a:cubicBezTo>
                <a:cubicBezTo>
                  <a:pt x="298768" y="154170"/>
                  <a:pt x="256087" y="196850"/>
                  <a:pt x="203518" y="196850"/>
                </a:cubicBezTo>
                <a:cubicBezTo>
                  <a:pt x="150948" y="196850"/>
                  <a:pt x="108267" y="154170"/>
                  <a:pt x="108267" y="101600"/>
                </a:cubicBezTo>
                <a:close/>
                <a:moveTo>
                  <a:pt x="38418" y="382826"/>
                </a:moveTo>
                <a:cubicBezTo>
                  <a:pt x="38418" y="304641"/>
                  <a:pt x="101759" y="241300"/>
                  <a:pt x="179943" y="241300"/>
                </a:cubicBezTo>
                <a:lnTo>
                  <a:pt x="227092" y="241300"/>
                </a:lnTo>
                <a:cubicBezTo>
                  <a:pt x="305276" y="241300"/>
                  <a:pt x="368618" y="304641"/>
                  <a:pt x="368618" y="382826"/>
                </a:cubicBezTo>
                <a:cubicBezTo>
                  <a:pt x="368618" y="395843"/>
                  <a:pt x="358061" y="406400"/>
                  <a:pt x="345043" y="406400"/>
                </a:cubicBezTo>
                <a:lnTo>
                  <a:pt x="61992" y="406400"/>
                </a:lnTo>
                <a:cubicBezTo>
                  <a:pt x="48974" y="406400"/>
                  <a:pt x="38417" y="395843"/>
                  <a:pt x="38417" y="382826"/>
                </a:cubicBezTo>
                <a:close/>
                <a:moveTo>
                  <a:pt x="486013" y="98504"/>
                </a:moveTo>
                <a:cubicBezTo>
                  <a:pt x="493474" y="105966"/>
                  <a:pt x="493474" y="118031"/>
                  <a:pt x="486013" y="125413"/>
                </a:cubicBezTo>
                <a:lnTo>
                  <a:pt x="459105" y="152321"/>
                </a:lnTo>
                <a:lnTo>
                  <a:pt x="486013" y="179229"/>
                </a:lnTo>
                <a:cubicBezTo>
                  <a:pt x="493474" y="186690"/>
                  <a:pt x="493474" y="198755"/>
                  <a:pt x="486013" y="206137"/>
                </a:cubicBezTo>
                <a:cubicBezTo>
                  <a:pt x="478552" y="213519"/>
                  <a:pt x="466487" y="213598"/>
                  <a:pt x="459105" y="206137"/>
                </a:cubicBezTo>
                <a:lnTo>
                  <a:pt x="432197" y="179229"/>
                </a:lnTo>
                <a:lnTo>
                  <a:pt x="405289" y="206137"/>
                </a:lnTo>
                <a:cubicBezTo>
                  <a:pt x="397828" y="213598"/>
                  <a:pt x="385763" y="213598"/>
                  <a:pt x="378381" y="206137"/>
                </a:cubicBezTo>
                <a:cubicBezTo>
                  <a:pt x="370999" y="198676"/>
                  <a:pt x="370919" y="186611"/>
                  <a:pt x="378381" y="179229"/>
                </a:cubicBezTo>
                <a:lnTo>
                  <a:pt x="405289" y="152321"/>
                </a:lnTo>
                <a:lnTo>
                  <a:pt x="378381" y="125412"/>
                </a:lnTo>
                <a:cubicBezTo>
                  <a:pt x="370919" y="117951"/>
                  <a:pt x="370919" y="105886"/>
                  <a:pt x="378381" y="98504"/>
                </a:cubicBezTo>
                <a:cubicBezTo>
                  <a:pt x="385842" y="91122"/>
                  <a:pt x="397907" y="91043"/>
                  <a:pt x="405289" y="98504"/>
                </a:cubicBezTo>
                <a:lnTo>
                  <a:pt x="432197" y="125412"/>
                </a:lnTo>
                <a:lnTo>
                  <a:pt x="459105" y="98504"/>
                </a:lnTo>
                <a:cubicBezTo>
                  <a:pt x="466566" y="91043"/>
                  <a:pt x="478631" y="91043"/>
                  <a:pt x="486013" y="98504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4762500" y="69850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Niezalogowany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Zespół projektowy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40000" y="2540000"/>
            <a:ext cx="1016000" cy="1016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2825750" y="279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8100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Michał Szwabowicz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38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Nr indeksu: 111112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13000" y="4953000"/>
            <a:ext cx="1270000" cy="4064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2413000" y="4953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20320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0" y="2540000"/>
            <a:ext cx="1016000" cy="1016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750" y="279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8100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Jakub Wierciszewski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438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Nr indeksu: 117268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3000" y="4953000"/>
            <a:ext cx="1270000" cy="4064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3000" y="4953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PS7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0" y="20320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509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700000" y="2540000"/>
            <a:ext cx="1016000" cy="1016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85750" y="279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0" y="38100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Karol Ziemak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438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Nr indeksu: 117292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573000" y="4953000"/>
            <a:ext cx="1270000" cy="4064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0" y="4953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18000" y="736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u="sng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github.com/karlosiwo/CourseManager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Zakres funkcjonalności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12000" cy="55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11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- Must Have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286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Rejestracja i logowanie użytkownika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ról (admin, pełne prawa, ograniczone, gość)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Lista kursów z sortowaniem i filtrowaniem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CRUD zapisów z kontrolą limitu miejsc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Blokada podwójnego zapisu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Panel administratora i zarządzanie rolami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Walidacja formularzy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Baza danych (min. 2 tabele)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Spring Security + sesje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Usługa REST + klient REST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524000"/>
            <a:ext cx="7112000" cy="5588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524000"/>
            <a:ext cx="711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Nice to Have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2286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Raport popularności kursów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Historia zapisów i anulowań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Status zapisu (AKTYWNY / ANULOWANY)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Raport wolnych miejsc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Eksport listy do CSV / PDF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Powiadomienia o braku miejsc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Bootstrap + WCAG 2.1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Statystyki aktywności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 czego REST będzie używane i dlaczego ma sens?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2387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Weryfikacja kategorii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8194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/api/categories/validate?name=java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Sprawdza nazwę kategorii w słowniku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064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16000" y="4381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841500" y="4292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Liczba wolnych miejsc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41500" y="47244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/api/courses/{id}/availability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Zwraca dostępność w formacie JSON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159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Dlaczego REST?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58225" y="292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857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Asynchroniczność - bez przeładowania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6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3492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Separacja frontend / backend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0450" y="419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4127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Lepsze UX - dynamiczne komunikaty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58225" y="482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4762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Łatwa rozbudowa i integracja</a:t>
            </a:r>
            <a:endParaRPr lang="en-US" sz="1600" dirty="0"/>
          </a:p>
        </p:txBody>
      </p:sp>
      <p:pic>
        <p:nvPicPr>
          <p:cNvPr id="22" name="Image 0" descr="https://kimi-img.moonshot.cn/pub/slides/okc/ts6obhvl37uki/mnt/agents/output/coursemanager/images/5_1_365_Rest_Api_Royalty_Free_Images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12843" b="12843"/>
          <a:stretch/>
        </p:blipFill>
        <p:spPr>
          <a:xfrm>
            <a:off x="8636000" y="5588000"/>
            <a:ext cx="6604000" cy="2540000"/>
          </a:xfrm>
          <a:prstGeom prst="roundRect">
            <a:avLst>
              <a:gd name="adj" fmla="val 6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Encje i operacje CRUD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Jakie encje obsługują operacje CRUD i jak pasuje to do projektu?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4575" y="2349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311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Użytkownik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57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Rejestracja, lista (admin), edycja danych, zarządzanie rolami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095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6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731000" y="2311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857500"/>
            <a:ext cx="406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CRUD, filtrowanie i sortowanie listy kursów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095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233150" y="2349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246817" y="232797"/>
                </a:moveTo>
                <a:cubicBezTo>
                  <a:pt x="253067" y="222796"/>
                  <a:pt x="250031" y="209580"/>
                  <a:pt x="240030" y="203240"/>
                </a:cubicBezTo>
                <a:cubicBezTo>
                  <a:pt x="230029" y="196900"/>
                  <a:pt x="216813" y="200025"/>
                  <a:pt x="210473" y="210026"/>
                </a:cubicBezTo>
                <a:lnTo>
                  <a:pt x="155644" y="297805"/>
                </a:lnTo>
                <a:lnTo>
                  <a:pt x="131534" y="265658"/>
                </a:lnTo>
                <a:cubicBezTo>
                  <a:pt x="124391" y="256193"/>
                  <a:pt x="110996" y="254228"/>
                  <a:pt x="101531" y="261372"/>
                </a:cubicBezTo>
                <a:cubicBezTo>
                  <a:pt x="92065" y="268516"/>
                  <a:pt x="90101" y="281910"/>
                  <a:pt x="97244" y="291376"/>
                </a:cubicBezTo>
                <a:lnTo>
                  <a:pt x="140107" y="348526"/>
                </a:lnTo>
                <a:cubicBezTo>
                  <a:pt x="144304" y="354151"/>
                  <a:pt x="151090" y="357366"/>
                  <a:pt x="158145" y="357098"/>
                </a:cubicBezTo>
                <a:cubicBezTo>
                  <a:pt x="165199" y="356830"/>
                  <a:pt x="171629" y="353080"/>
                  <a:pt x="175379" y="347008"/>
                </a:cubicBezTo>
                <a:lnTo>
                  <a:pt x="246817" y="232708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2311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Zapis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76000" y="2857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Tworzenie, anulowanie, status, lista własnych i uczestników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02000" y="4000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7425" y="425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58259" y="34915"/>
                </a:moveTo>
                <a:lnTo>
                  <a:pt x="490597" y="169128"/>
                </a:lnTo>
                <a:cubicBezTo>
                  <a:pt x="515332" y="194221"/>
                  <a:pt x="515332" y="234404"/>
                  <a:pt x="490597" y="259497"/>
                </a:cubicBezTo>
                <a:lnTo>
                  <a:pt x="350937" y="400854"/>
                </a:lnTo>
                <a:cubicBezTo>
                  <a:pt x="342632" y="409248"/>
                  <a:pt x="329059" y="409337"/>
                  <a:pt x="320665" y="401032"/>
                </a:cubicBezTo>
                <a:cubicBezTo>
                  <a:pt x="312271" y="392728"/>
                  <a:pt x="312182" y="379155"/>
                  <a:pt x="320486" y="370761"/>
                </a:cubicBezTo>
                <a:lnTo>
                  <a:pt x="460147" y="229314"/>
                </a:lnTo>
                <a:cubicBezTo>
                  <a:pt x="468362" y="221010"/>
                  <a:pt x="468362" y="207526"/>
                  <a:pt x="460147" y="199221"/>
                </a:cubicBezTo>
                <a:lnTo>
                  <a:pt x="327720" y="65097"/>
                </a:lnTo>
                <a:cubicBezTo>
                  <a:pt x="319415" y="56704"/>
                  <a:pt x="319504" y="43130"/>
                  <a:pt x="327898" y="34826"/>
                </a:cubicBezTo>
                <a:cubicBezTo>
                  <a:pt x="336292" y="26521"/>
                  <a:pt x="349865" y="26610"/>
                  <a:pt x="358170" y="35004"/>
                </a:cubicBezTo>
                <a:close/>
                <a:moveTo>
                  <a:pt x="28664" y="204936"/>
                </a:moveTo>
                <a:lnTo>
                  <a:pt x="28664" y="85725"/>
                </a:lnTo>
                <a:cubicBezTo>
                  <a:pt x="28664" y="54203"/>
                  <a:pt x="54293" y="28575"/>
                  <a:pt x="85814" y="28575"/>
                </a:cubicBezTo>
                <a:lnTo>
                  <a:pt x="205026" y="28575"/>
                </a:lnTo>
                <a:cubicBezTo>
                  <a:pt x="220206" y="28575"/>
                  <a:pt x="234761" y="34558"/>
                  <a:pt x="245477" y="45274"/>
                </a:cubicBezTo>
                <a:lnTo>
                  <a:pt x="374065" y="173861"/>
                </a:lnTo>
                <a:cubicBezTo>
                  <a:pt x="396389" y="196185"/>
                  <a:pt x="396389" y="232350"/>
                  <a:pt x="374065" y="254675"/>
                </a:cubicBezTo>
                <a:lnTo>
                  <a:pt x="254853" y="373886"/>
                </a:lnTo>
                <a:cubicBezTo>
                  <a:pt x="232529" y="396210"/>
                  <a:pt x="196364" y="396210"/>
                  <a:pt x="174040" y="373886"/>
                </a:cubicBezTo>
                <a:lnTo>
                  <a:pt x="45452" y="245299"/>
                </a:lnTo>
                <a:cubicBezTo>
                  <a:pt x="34736" y="234583"/>
                  <a:pt x="28754" y="220027"/>
                  <a:pt x="28754" y="204847"/>
                </a:cubicBezTo>
                <a:close/>
                <a:moveTo>
                  <a:pt x="157252" y="128588"/>
                </a:moveTo>
                <a:cubicBezTo>
                  <a:pt x="157252" y="112817"/>
                  <a:pt x="144448" y="100013"/>
                  <a:pt x="128677" y="100013"/>
                </a:cubicBezTo>
                <a:cubicBezTo>
                  <a:pt x="112906" y="100013"/>
                  <a:pt x="100102" y="112817"/>
                  <a:pt x="100102" y="128588"/>
                </a:cubicBezTo>
                <a:cubicBezTo>
                  <a:pt x="100102" y="144358"/>
                  <a:pt x="112906" y="157163"/>
                  <a:pt x="128677" y="157163"/>
                </a:cubicBezTo>
                <a:cubicBezTo>
                  <a:pt x="144448" y="157163"/>
                  <a:pt x="157252" y="144358"/>
                  <a:pt x="157252" y="1285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91000" y="4216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Kategoria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56000" y="4762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CRUD, weryfikacja nazwy przez REST, przypisywanie do kursu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4000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78850" y="4254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85725"/>
                </a:moveTo>
                <a:cubicBezTo>
                  <a:pt x="114300" y="54203"/>
                  <a:pt x="139928" y="28575"/>
                  <a:pt x="171450" y="28575"/>
                </a:cubicBezTo>
                <a:lnTo>
                  <a:pt x="485775" y="28575"/>
                </a:lnTo>
                <a:cubicBezTo>
                  <a:pt x="517297" y="28575"/>
                  <a:pt x="542925" y="54203"/>
                  <a:pt x="542925" y="85725"/>
                </a:cubicBezTo>
                <a:lnTo>
                  <a:pt x="542925" y="300038"/>
                </a:lnTo>
                <a:lnTo>
                  <a:pt x="457200" y="300038"/>
                </a:lnTo>
                <a:lnTo>
                  <a:pt x="457200" y="285750"/>
                </a:lnTo>
                <a:cubicBezTo>
                  <a:pt x="457200" y="269944"/>
                  <a:pt x="444431" y="257175"/>
                  <a:pt x="428625" y="257175"/>
                </a:cubicBezTo>
                <a:lnTo>
                  <a:pt x="371475" y="257175"/>
                </a:lnTo>
                <a:cubicBezTo>
                  <a:pt x="355669" y="257175"/>
                  <a:pt x="342900" y="269944"/>
                  <a:pt x="342900" y="285750"/>
                </a:cubicBezTo>
                <a:lnTo>
                  <a:pt x="342900" y="300038"/>
                </a:lnTo>
                <a:lnTo>
                  <a:pt x="227618" y="300038"/>
                </a:lnTo>
                <a:cubicBezTo>
                  <a:pt x="237351" y="283250"/>
                  <a:pt x="242888" y="263694"/>
                  <a:pt x="242888" y="242888"/>
                </a:cubicBezTo>
                <a:cubicBezTo>
                  <a:pt x="242888" y="179755"/>
                  <a:pt x="191720" y="128588"/>
                  <a:pt x="128588" y="128588"/>
                </a:cubicBezTo>
                <a:cubicBezTo>
                  <a:pt x="123765" y="128588"/>
                  <a:pt x="118943" y="128855"/>
                  <a:pt x="114300" y="129480"/>
                </a:cubicBezTo>
                <a:lnTo>
                  <a:pt x="114300" y="85725"/>
                </a:lnTo>
                <a:close/>
                <a:moveTo>
                  <a:pt x="297359" y="400050"/>
                </a:moveTo>
                <a:cubicBezTo>
                  <a:pt x="292804" y="378440"/>
                  <a:pt x="282803" y="358884"/>
                  <a:pt x="268694" y="342900"/>
                </a:cubicBezTo>
                <a:lnTo>
                  <a:pt x="542925" y="342900"/>
                </a:lnTo>
                <a:cubicBezTo>
                  <a:pt x="542925" y="374422"/>
                  <a:pt x="517297" y="400050"/>
                  <a:pt x="485775" y="400050"/>
                </a:cubicBezTo>
                <a:lnTo>
                  <a:pt x="297359" y="400050"/>
                </a:lnTo>
                <a:close/>
                <a:moveTo>
                  <a:pt x="57150" y="242888"/>
                </a:moveTo>
                <a:cubicBezTo>
                  <a:pt x="57150" y="203460"/>
                  <a:pt x="89160" y="171450"/>
                  <a:pt x="128587" y="171450"/>
                </a:cubicBezTo>
                <a:cubicBezTo>
                  <a:pt x="168015" y="171450"/>
                  <a:pt x="200025" y="203460"/>
                  <a:pt x="200025" y="242888"/>
                </a:cubicBezTo>
                <a:cubicBezTo>
                  <a:pt x="200025" y="282315"/>
                  <a:pt x="168015" y="314325"/>
                  <a:pt x="128588" y="314325"/>
                </a:cubicBezTo>
                <a:cubicBezTo>
                  <a:pt x="89160" y="314325"/>
                  <a:pt x="57150" y="282315"/>
                  <a:pt x="57150" y="242888"/>
                </a:cubicBezTo>
                <a:close/>
                <a:moveTo>
                  <a:pt x="0" y="428625"/>
                </a:moveTo>
                <a:cubicBezTo>
                  <a:pt x="0" y="381298"/>
                  <a:pt x="38398" y="342900"/>
                  <a:pt x="85725" y="342900"/>
                </a:cubicBezTo>
                <a:lnTo>
                  <a:pt x="171450" y="342900"/>
                </a:lnTo>
                <a:cubicBezTo>
                  <a:pt x="218777" y="342900"/>
                  <a:pt x="257175" y="381298"/>
                  <a:pt x="257175" y="428625"/>
                </a:cubicBezTo>
                <a:cubicBezTo>
                  <a:pt x="257175" y="444431"/>
                  <a:pt x="244406" y="457200"/>
                  <a:pt x="228600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9271000" y="4216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Prowadzący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4762500"/>
            <a:ext cx="406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prowadzących, przypisywanie do kursu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Każda encja bezpośrednio wspiera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główny cel systemu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zarządzanie zapisami na kursy.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Relacje między encjami tworzą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spójną architekturę danych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Formularze i walidacja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Jakie mechanizmy obsługi formularzy i walidacji danych wejściowych?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9500" y="2349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Formularze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57500"/>
            <a:ext cx="647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Rejestracja i logowanie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Dodawanie / edycja kursu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Zapis i anulowanie zapisu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Dodawanie kategorii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Filtrowanie listy kursów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159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99500" y="2349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Walidacja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99500" y="2857500"/>
            <a:ext cx="647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 stronie klienta (JS)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 stronie serwera (Spring Validation)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@NotBlank, @Size, @Email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@Min, @Pattern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Typy pól formularzy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604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6604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text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2000" y="6604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3302000" y="6604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2000" y="6604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5842000" y="6604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6604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6604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6604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6604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textarea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462000" y="6604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3462000" y="6604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checkbox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Wyzwania techniczne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Przewidywane trudności algorytmiczne: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28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286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 + baza danych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921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Poprawne połączenie z bazą i obsługa ról użytkowników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690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4500" y="2286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Kontrola limitu miejsc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921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Współbieżne zapisy wielu użytkowników na ten sam kurs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855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0" y="2286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Blokada podwójnych zapisów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85500" y="2921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Zapobieganie zapisaniu się tego samego użytkownika dwa razy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318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500" y="444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444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Zapis przy wygaśnięciu sesji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5080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Persistencja zmian przy wylogowaniu lub wygaśnięciu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318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69000" y="444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4500" y="444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Sortowanie i filtrowanie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5080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Zapamiętanie i odtworzenie kryteriów użytkownika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318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5098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85500" y="444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0" y="444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+ dokumentacja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85500" y="5080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Przygotowanie usługi i klienta REST zgodnie z wymaganiami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Każde wyzwanie wymaga starannego podejścia do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bezpieczeństwa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spójności danych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16000"/>
            <a:ext cx="2540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397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DLACZEGO WARTO KUPIĆ?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2794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3200" dist="508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352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8138" y="-1548"/>
                </a:moveTo>
                <a:cubicBezTo>
                  <a:pt x="317540" y="-13454"/>
                  <a:pt x="292060" y="-13454"/>
                  <a:pt x="271463" y="-1548"/>
                </a:cubicBezTo>
                <a:lnTo>
                  <a:pt x="171212" y="56317"/>
                </a:lnTo>
                <a:cubicBezTo>
                  <a:pt x="150614" y="68223"/>
                  <a:pt x="137874" y="90249"/>
                  <a:pt x="137874" y="114062"/>
                </a:cubicBezTo>
                <a:lnTo>
                  <a:pt x="137874" y="235387"/>
                </a:lnTo>
                <a:lnTo>
                  <a:pt x="32742" y="296108"/>
                </a:lnTo>
                <a:cubicBezTo>
                  <a:pt x="12144" y="308015"/>
                  <a:pt x="-595" y="330041"/>
                  <a:pt x="-595" y="353854"/>
                </a:cubicBezTo>
                <a:lnTo>
                  <a:pt x="-595" y="469702"/>
                </a:lnTo>
                <a:cubicBezTo>
                  <a:pt x="-595" y="493514"/>
                  <a:pt x="12144" y="515541"/>
                  <a:pt x="32742" y="527447"/>
                </a:cubicBezTo>
                <a:lnTo>
                  <a:pt x="133112" y="585311"/>
                </a:lnTo>
                <a:cubicBezTo>
                  <a:pt x="153710" y="597218"/>
                  <a:pt x="179189" y="597218"/>
                  <a:pt x="199787" y="585311"/>
                </a:cubicBezTo>
                <a:lnTo>
                  <a:pt x="304919" y="524589"/>
                </a:lnTo>
                <a:lnTo>
                  <a:pt x="410051" y="585311"/>
                </a:lnTo>
                <a:cubicBezTo>
                  <a:pt x="430649" y="597218"/>
                  <a:pt x="456128" y="597218"/>
                  <a:pt x="476726" y="585311"/>
                </a:cubicBezTo>
                <a:lnTo>
                  <a:pt x="576858" y="527447"/>
                </a:lnTo>
                <a:cubicBezTo>
                  <a:pt x="597456" y="515541"/>
                  <a:pt x="610195" y="493514"/>
                  <a:pt x="610195" y="469702"/>
                </a:cubicBezTo>
                <a:lnTo>
                  <a:pt x="610195" y="353854"/>
                </a:lnTo>
                <a:cubicBezTo>
                  <a:pt x="610195" y="330041"/>
                  <a:pt x="597456" y="308015"/>
                  <a:pt x="576858" y="296108"/>
                </a:cubicBezTo>
                <a:lnTo>
                  <a:pt x="471726" y="235387"/>
                </a:lnTo>
                <a:lnTo>
                  <a:pt x="471726" y="114062"/>
                </a:lnTo>
                <a:cubicBezTo>
                  <a:pt x="471726" y="90249"/>
                  <a:pt x="458986" y="68223"/>
                  <a:pt x="438388" y="56317"/>
                </a:cubicBezTo>
                <a:lnTo>
                  <a:pt x="338138" y="-1548"/>
                </a:lnTo>
                <a:close/>
                <a:moveTo>
                  <a:pt x="276225" y="348377"/>
                </a:moveTo>
                <a:lnTo>
                  <a:pt x="276225" y="475178"/>
                </a:lnTo>
                <a:lnTo>
                  <a:pt x="171093" y="535900"/>
                </a:lnTo>
                <a:cubicBezTo>
                  <a:pt x="169664" y="536734"/>
                  <a:pt x="167997" y="537210"/>
                  <a:pt x="166330" y="537210"/>
                </a:cubicBezTo>
                <a:lnTo>
                  <a:pt x="166330" y="411837"/>
                </a:lnTo>
                <a:lnTo>
                  <a:pt x="276225" y="348377"/>
                </a:lnTo>
                <a:close/>
                <a:moveTo>
                  <a:pt x="551736" y="349091"/>
                </a:moveTo>
                <a:cubicBezTo>
                  <a:pt x="552569" y="350520"/>
                  <a:pt x="553045" y="352187"/>
                  <a:pt x="553045" y="353854"/>
                </a:cubicBezTo>
                <a:lnTo>
                  <a:pt x="553045" y="469702"/>
                </a:lnTo>
                <a:cubicBezTo>
                  <a:pt x="553045" y="473154"/>
                  <a:pt x="551259" y="476250"/>
                  <a:pt x="548283" y="477917"/>
                </a:cubicBezTo>
                <a:lnTo>
                  <a:pt x="447913" y="535781"/>
                </a:lnTo>
                <a:cubicBezTo>
                  <a:pt x="446484" y="536615"/>
                  <a:pt x="444817" y="537091"/>
                  <a:pt x="443151" y="537091"/>
                </a:cubicBezTo>
                <a:lnTo>
                  <a:pt x="443151" y="411718"/>
                </a:lnTo>
                <a:lnTo>
                  <a:pt x="551736" y="349091"/>
                </a:lnTo>
                <a:close/>
                <a:moveTo>
                  <a:pt x="414695" y="114062"/>
                </a:moveTo>
                <a:lnTo>
                  <a:pt x="414695" y="235387"/>
                </a:lnTo>
                <a:lnTo>
                  <a:pt x="304800" y="298847"/>
                </a:lnTo>
                <a:lnTo>
                  <a:pt x="304800" y="172045"/>
                </a:lnTo>
                <a:lnTo>
                  <a:pt x="413385" y="109418"/>
                </a:lnTo>
                <a:cubicBezTo>
                  <a:pt x="414218" y="110847"/>
                  <a:pt x="414695" y="112514"/>
                  <a:pt x="414695" y="11418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4064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Pełny CRUD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4572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encji z pełnym cyklem życia danych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0" y="2794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32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452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080000" y="4064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Bezpieczeństwo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0000" y="4572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 + walidacja po obu stronach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36000" y="2794000"/>
            <a:ext cx="3302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3200" dist="50800" dir="54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552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38100"/>
                </a:moveTo>
                <a:cubicBezTo>
                  <a:pt x="93226" y="38100"/>
                  <a:pt x="76200" y="55126"/>
                  <a:pt x="76200" y="76200"/>
                </a:cubicBezTo>
                <a:cubicBezTo>
                  <a:pt x="76200" y="97274"/>
                  <a:pt x="93226" y="114300"/>
                  <a:pt x="114300" y="114300"/>
                </a:cubicBezTo>
                <a:lnTo>
                  <a:pt x="136565" y="114300"/>
                </a:lnTo>
                <a:lnTo>
                  <a:pt x="11192" y="239792"/>
                </a:lnTo>
                <a:cubicBezTo>
                  <a:pt x="-3691" y="254675"/>
                  <a:pt x="-3691" y="278844"/>
                  <a:pt x="11192" y="293727"/>
                </a:cubicBezTo>
                <a:cubicBezTo>
                  <a:pt x="26075" y="308610"/>
                  <a:pt x="50244" y="308610"/>
                  <a:pt x="65127" y="293727"/>
                </a:cubicBezTo>
                <a:lnTo>
                  <a:pt x="190500" y="168235"/>
                </a:lnTo>
                <a:lnTo>
                  <a:pt x="190500" y="190500"/>
                </a:lnTo>
                <a:cubicBezTo>
                  <a:pt x="190500" y="211574"/>
                  <a:pt x="207526" y="228600"/>
                  <a:pt x="228600" y="228600"/>
                </a:cubicBezTo>
                <a:cubicBezTo>
                  <a:pt x="249674" y="228600"/>
                  <a:pt x="266700" y="211574"/>
                  <a:pt x="266700" y="190500"/>
                </a:cubicBezTo>
                <a:lnTo>
                  <a:pt x="266700" y="76200"/>
                </a:lnTo>
                <a:cubicBezTo>
                  <a:pt x="266700" y="55126"/>
                  <a:pt x="249674" y="38100"/>
                  <a:pt x="228600" y="38100"/>
                </a:cubicBezTo>
                <a:lnTo>
                  <a:pt x="114300" y="38100"/>
                </a:lnTo>
                <a:close/>
                <a:moveTo>
                  <a:pt x="480774" y="83463"/>
                </a:moveTo>
                <a:cubicBezTo>
                  <a:pt x="480774" y="99669"/>
                  <a:pt x="489420" y="114645"/>
                  <a:pt x="503456" y="122748"/>
                </a:cubicBezTo>
                <a:cubicBezTo>
                  <a:pt x="517491" y="130851"/>
                  <a:pt x="534783" y="130851"/>
                  <a:pt x="548819" y="122748"/>
                </a:cubicBezTo>
                <a:cubicBezTo>
                  <a:pt x="562854" y="114645"/>
                  <a:pt x="571500" y="99669"/>
                  <a:pt x="571500" y="83463"/>
                </a:cubicBezTo>
                <a:cubicBezTo>
                  <a:pt x="571500" y="67256"/>
                  <a:pt x="562854" y="52281"/>
                  <a:pt x="548819" y="44177"/>
                </a:cubicBezTo>
                <a:cubicBezTo>
                  <a:pt x="534783" y="36074"/>
                  <a:pt x="517491" y="36074"/>
                  <a:pt x="503456" y="44177"/>
                </a:cubicBezTo>
                <a:cubicBezTo>
                  <a:pt x="489420" y="52281"/>
                  <a:pt x="480774" y="67256"/>
                  <a:pt x="480774" y="83463"/>
                </a:cubicBezTo>
                <a:close/>
                <a:moveTo>
                  <a:pt x="333018" y="231219"/>
                </a:moveTo>
                <a:cubicBezTo>
                  <a:pt x="333018" y="247426"/>
                  <a:pt x="341664" y="262401"/>
                  <a:pt x="355699" y="270505"/>
                </a:cubicBezTo>
                <a:cubicBezTo>
                  <a:pt x="369735" y="278608"/>
                  <a:pt x="387027" y="278608"/>
                  <a:pt x="401062" y="270505"/>
                </a:cubicBezTo>
                <a:cubicBezTo>
                  <a:pt x="415097" y="262401"/>
                  <a:pt x="423743" y="247426"/>
                  <a:pt x="423743" y="231219"/>
                </a:cubicBezTo>
                <a:cubicBezTo>
                  <a:pt x="423743" y="215013"/>
                  <a:pt x="415097" y="200037"/>
                  <a:pt x="401062" y="191934"/>
                </a:cubicBezTo>
                <a:cubicBezTo>
                  <a:pt x="387027" y="183831"/>
                  <a:pt x="369735" y="183831"/>
                  <a:pt x="355699" y="191934"/>
                </a:cubicBezTo>
                <a:cubicBezTo>
                  <a:pt x="341664" y="200037"/>
                  <a:pt x="333018" y="215013"/>
                  <a:pt x="333018" y="231219"/>
                </a:cubicBezTo>
                <a:close/>
                <a:moveTo>
                  <a:pt x="526137" y="185857"/>
                </a:moveTo>
                <a:cubicBezTo>
                  <a:pt x="501101" y="185857"/>
                  <a:pt x="480774" y="206183"/>
                  <a:pt x="480774" y="231219"/>
                </a:cubicBezTo>
                <a:cubicBezTo>
                  <a:pt x="480774" y="256256"/>
                  <a:pt x="501101" y="276582"/>
                  <a:pt x="526137" y="276582"/>
                </a:cubicBezTo>
                <a:cubicBezTo>
                  <a:pt x="542344" y="276582"/>
                  <a:pt x="557319" y="267936"/>
                  <a:pt x="565423" y="253901"/>
                </a:cubicBezTo>
                <a:cubicBezTo>
                  <a:pt x="573526" y="239865"/>
                  <a:pt x="573526" y="222573"/>
                  <a:pt x="565423" y="208538"/>
                </a:cubicBezTo>
                <a:cubicBezTo>
                  <a:pt x="557319" y="194503"/>
                  <a:pt x="542344" y="185857"/>
                  <a:pt x="526137" y="185857"/>
                </a:cubicBezTo>
                <a:close/>
                <a:moveTo>
                  <a:pt x="185976" y="378381"/>
                </a:moveTo>
                <a:cubicBezTo>
                  <a:pt x="185976" y="394587"/>
                  <a:pt x="194622" y="409563"/>
                  <a:pt x="208657" y="417666"/>
                </a:cubicBezTo>
                <a:cubicBezTo>
                  <a:pt x="222692" y="425769"/>
                  <a:pt x="239985" y="425769"/>
                  <a:pt x="254020" y="417666"/>
                </a:cubicBezTo>
                <a:cubicBezTo>
                  <a:pt x="268055" y="409563"/>
                  <a:pt x="276701" y="394587"/>
                  <a:pt x="276701" y="378381"/>
                </a:cubicBezTo>
                <a:cubicBezTo>
                  <a:pt x="276701" y="362174"/>
                  <a:pt x="268055" y="347199"/>
                  <a:pt x="254020" y="339095"/>
                </a:cubicBezTo>
                <a:cubicBezTo>
                  <a:pt x="239985" y="330992"/>
                  <a:pt x="222692" y="330992"/>
                  <a:pt x="208657" y="339095"/>
                </a:cubicBezTo>
                <a:cubicBezTo>
                  <a:pt x="194622" y="347199"/>
                  <a:pt x="185976" y="362174"/>
                  <a:pt x="185976" y="378381"/>
                </a:cubicBezTo>
                <a:close/>
                <a:moveTo>
                  <a:pt x="378381" y="333018"/>
                </a:moveTo>
                <a:cubicBezTo>
                  <a:pt x="362174" y="333018"/>
                  <a:pt x="347199" y="341664"/>
                  <a:pt x="339095" y="355699"/>
                </a:cubicBezTo>
                <a:cubicBezTo>
                  <a:pt x="330992" y="369735"/>
                  <a:pt x="330992" y="387027"/>
                  <a:pt x="339095" y="401062"/>
                </a:cubicBezTo>
                <a:cubicBezTo>
                  <a:pt x="347199" y="415097"/>
                  <a:pt x="362174" y="423743"/>
                  <a:pt x="378381" y="423743"/>
                </a:cubicBezTo>
                <a:cubicBezTo>
                  <a:pt x="394587" y="423743"/>
                  <a:pt x="409563" y="415097"/>
                  <a:pt x="417666" y="401062"/>
                </a:cubicBezTo>
                <a:cubicBezTo>
                  <a:pt x="425769" y="387027"/>
                  <a:pt x="425769" y="369735"/>
                  <a:pt x="417666" y="355699"/>
                </a:cubicBezTo>
                <a:cubicBezTo>
                  <a:pt x="409563" y="341664"/>
                  <a:pt x="394587" y="333018"/>
                  <a:pt x="378381" y="333018"/>
                </a:cubicBezTo>
                <a:close/>
                <a:moveTo>
                  <a:pt x="480893" y="378381"/>
                </a:moveTo>
                <a:cubicBezTo>
                  <a:pt x="480893" y="394587"/>
                  <a:pt x="489540" y="409563"/>
                  <a:pt x="503575" y="417666"/>
                </a:cubicBezTo>
                <a:cubicBezTo>
                  <a:pt x="517610" y="425769"/>
                  <a:pt x="534902" y="425769"/>
                  <a:pt x="548938" y="417666"/>
                </a:cubicBezTo>
                <a:cubicBezTo>
                  <a:pt x="562973" y="409563"/>
                  <a:pt x="571619" y="394587"/>
                  <a:pt x="571619" y="378381"/>
                </a:cubicBezTo>
                <a:cubicBezTo>
                  <a:pt x="571619" y="353344"/>
                  <a:pt x="551293" y="333018"/>
                  <a:pt x="526256" y="333018"/>
                </a:cubicBezTo>
                <a:cubicBezTo>
                  <a:pt x="501220" y="333018"/>
                  <a:pt x="480893" y="353344"/>
                  <a:pt x="480893" y="378381"/>
                </a:cubicBezTo>
                <a:close/>
                <a:moveTo>
                  <a:pt x="83463" y="480774"/>
                </a:moveTo>
                <a:cubicBezTo>
                  <a:pt x="67256" y="480774"/>
                  <a:pt x="52281" y="489420"/>
                  <a:pt x="44177" y="503456"/>
                </a:cubicBezTo>
                <a:cubicBezTo>
                  <a:pt x="36074" y="517491"/>
                  <a:pt x="36074" y="534783"/>
                  <a:pt x="44177" y="548819"/>
                </a:cubicBezTo>
                <a:cubicBezTo>
                  <a:pt x="52281" y="562854"/>
                  <a:pt x="67256" y="571500"/>
                  <a:pt x="83463" y="571500"/>
                </a:cubicBezTo>
                <a:cubicBezTo>
                  <a:pt x="99669" y="571500"/>
                  <a:pt x="114645" y="562854"/>
                  <a:pt x="122748" y="548819"/>
                </a:cubicBezTo>
                <a:cubicBezTo>
                  <a:pt x="130851" y="534783"/>
                  <a:pt x="130851" y="517491"/>
                  <a:pt x="122748" y="503456"/>
                </a:cubicBezTo>
                <a:cubicBezTo>
                  <a:pt x="114645" y="489420"/>
                  <a:pt x="99669" y="480774"/>
                  <a:pt x="83463" y="480774"/>
                </a:cubicBezTo>
                <a:close/>
                <a:moveTo>
                  <a:pt x="185976" y="526137"/>
                </a:moveTo>
                <a:cubicBezTo>
                  <a:pt x="185976" y="542344"/>
                  <a:pt x="194622" y="557319"/>
                  <a:pt x="208657" y="565423"/>
                </a:cubicBezTo>
                <a:cubicBezTo>
                  <a:pt x="222692" y="573526"/>
                  <a:pt x="239985" y="573526"/>
                  <a:pt x="254020" y="565423"/>
                </a:cubicBezTo>
                <a:cubicBezTo>
                  <a:pt x="268055" y="557319"/>
                  <a:pt x="276701" y="542344"/>
                  <a:pt x="276701" y="526137"/>
                </a:cubicBezTo>
                <a:cubicBezTo>
                  <a:pt x="276701" y="509931"/>
                  <a:pt x="268055" y="494955"/>
                  <a:pt x="254020" y="486852"/>
                </a:cubicBezTo>
                <a:cubicBezTo>
                  <a:pt x="239985" y="478749"/>
                  <a:pt x="222692" y="478749"/>
                  <a:pt x="208657" y="486852"/>
                </a:cubicBezTo>
                <a:cubicBezTo>
                  <a:pt x="194622" y="494955"/>
                  <a:pt x="185976" y="509931"/>
                  <a:pt x="185976" y="526137"/>
                </a:cubicBezTo>
                <a:close/>
                <a:moveTo>
                  <a:pt x="378381" y="480774"/>
                </a:moveTo>
                <a:cubicBezTo>
                  <a:pt x="362174" y="480774"/>
                  <a:pt x="347199" y="489420"/>
                  <a:pt x="339095" y="503456"/>
                </a:cubicBezTo>
                <a:cubicBezTo>
                  <a:pt x="330992" y="517491"/>
                  <a:pt x="330992" y="534783"/>
                  <a:pt x="339095" y="548819"/>
                </a:cubicBezTo>
                <a:cubicBezTo>
                  <a:pt x="347199" y="562854"/>
                  <a:pt x="362174" y="571500"/>
                  <a:pt x="378381" y="571500"/>
                </a:cubicBezTo>
                <a:cubicBezTo>
                  <a:pt x="394587" y="571500"/>
                  <a:pt x="409563" y="562854"/>
                  <a:pt x="417666" y="548819"/>
                </a:cubicBezTo>
                <a:cubicBezTo>
                  <a:pt x="425769" y="534783"/>
                  <a:pt x="425769" y="517491"/>
                  <a:pt x="417666" y="503456"/>
                </a:cubicBezTo>
                <a:cubicBezTo>
                  <a:pt x="409563" y="489420"/>
                  <a:pt x="394587" y="480774"/>
                  <a:pt x="378381" y="480774"/>
                </a:cubicBezTo>
                <a:close/>
                <a:moveTo>
                  <a:pt x="480893" y="526137"/>
                </a:moveTo>
                <a:cubicBezTo>
                  <a:pt x="480893" y="542344"/>
                  <a:pt x="489540" y="557319"/>
                  <a:pt x="503575" y="565423"/>
                </a:cubicBezTo>
                <a:cubicBezTo>
                  <a:pt x="517610" y="573526"/>
                  <a:pt x="534902" y="573526"/>
                  <a:pt x="548938" y="565423"/>
                </a:cubicBezTo>
                <a:cubicBezTo>
                  <a:pt x="562973" y="557319"/>
                  <a:pt x="571619" y="542344"/>
                  <a:pt x="571619" y="526137"/>
                </a:cubicBezTo>
                <a:cubicBezTo>
                  <a:pt x="571619" y="501101"/>
                  <a:pt x="551293" y="480774"/>
                  <a:pt x="526256" y="480774"/>
                </a:cubicBezTo>
                <a:cubicBezTo>
                  <a:pt x="501220" y="480774"/>
                  <a:pt x="480893" y="501101"/>
                  <a:pt x="480893" y="526137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4064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Skalowalność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4572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gotowe do rozbudowy i integracji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46000" y="2794000"/>
            <a:ext cx="2794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32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5382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0" y="4064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Gotowy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0" y="4572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Projekt gotowy do wdrożenia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48000" y="711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DE9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Role, uprawnienia, dokumentacja - wszystko w jednym.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s6obhvl37uki/mnt/agents/output/coursemanager/images/1_Minimal_tech_background_Images_Free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100000">
                <a:srgbClr val="0F172A">
                  <a:alpha val="80000"/>
                </a:srgbClr>
              </a:gs>
            </a:gsLst>
            <a:lin ang="81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DZIĘKUJEMY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318000" y="444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DE9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Masz pytania?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207000"/>
            <a:ext cx="2540000" cy="254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Shape 5"/>
          <p:cNvSpPr/>
          <p:nvPr/>
        </p:nvSpPr>
        <p:spPr>
          <a:xfrm>
            <a:off x="7366000" y="558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0779" y="276007"/>
                </a:moveTo>
                <a:cubicBezTo>
                  <a:pt x="120779" y="277396"/>
                  <a:pt x="119182" y="278507"/>
                  <a:pt x="117167" y="278507"/>
                </a:cubicBezTo>
                <a:cubicBezTo>
                  <a:pt x="114875" y="278715"/>
                  <a:pt x="113278" y="277604"/>
                  <a:pt x="113278" y="276007"/>
                </a:cubicBezTo>
                <a:cubicBezTo>
                  <a:pt x="113278" y="274618"/>
                  <a:pt x="114875" y="273506"/>
                  <a:pt x="116890" y="273506"/>
                </a:cubicBezTo>
                <a:cubicBezTo>
                  <a:pt x="118973" y="273298"/>
                  <a:pt x="120779" y="274409"/>
                  <a:pt x="120779" y="276007"/>
                </a:cubicBezTo>
                <a:close/>
                <a:moveTo>
                  <a:pt x="99179" y="272881"/>
                </a:moveTo>
                <a:cubicBezTo>
                  <a:pt x="98693" y="274270"/>
                  <a:pt x="100082" y="275868"/>
                  <a:pt x="102166" y="276285"/>
                </a:cubicBezTo>
                <a:cubicBezTo>
                  <a:pt x="103971" y="276979"/>
                  <a:pt x="106055" y="276285"/>
                  <a:pt x="106472" y="274895"/>
                </a:cubicBezTo>
                <a:cubicBezTo>
                  <a:pt x="106888" y="273506"/>
                  <a:pt x="105569" y="271909"/>
                  <a:pt x="103485" y="271284"/>
                </a:cubicBezTo>
                <a:cubicBezTo>
                  <a:pt x="101679" y="270798"/>
                  <a:pt x="99665" y="271492"/>
                  <a:pt x="99179" y="272881"/>
                </a:cubicBezTo>
                <a:close/>
                <a:moveTo>
                  <a:pt x="129877" y="271701"/>
                </a:moveTo>
                <a:cubicBezTo>
                  <a:pt x="127863" y="272187"/>
                  <a:pt x="126474" y="273506"/>
                  <a:pt x="126683" y="275104"/>
                </a:cubicBezTo>
                <a:cubicBezTo>
                  <a:pt x="126891" y="276493"/>
                  <a:pt x="128697" y="277396"/>
                  <a:pt x="130780" y="276910"/>
                </a:cubicBezTo>
                <a:cubicBezTo>
                  <a:pt x="132794" y="276423"/>
                  <a:pt x="134183" y="275104"/>
                  <a:pt x="133975" y="273715"/>
                </a:cubicBezTo>
                <a:cubicBezTo>
                  <a:pt x="133767" y="272395"/>
                  <a:pt x="131891" y="271492"/>
                  <a:pt x="129877" y="271701"/>
                </a:cubicBezTo>
                <a:close/>
                <a:moveTo>
                  <a:pt x="175577" y="5556"/>
                </a:moveTo>
                <a:cubicBezTo>
                  <a:pt x="79246" y="5556"/>
                  <a:pt x="5556" y="78690"/>
                  <a:pt x="5556" y="175022"/>
                </a:cubicBezTo>
                <a:cubicBezTo>
                  <a:pt x="5556" y="252045"/>
                  <a:pt x="54035" y="317956"/>
                  <a:pt x="123279" y="341154"/>
                </a:cubicBezTo>
                <a:cubicBezTo>
                  <a:pt x="132169" y="342751"/>
                  <a:pt x="135295" y="337264"/>
                  <a:pt x="135295" y="332750"/>
                </a:cubicBezTo>
                <a:cubicBezTo>
                  <a:pt x="135295" y="328444"/>
                  <a:pt x="135086" y="304691"/>
                  <a:pt x="135086" y="290106"/>
                </a:cubicBezTo>
                <a:cubicBezTo>
                  <a:pt x="135086" y="290106"/>
                  <a:pt x="86469" y="300524"/>
                  <a:pt x="76260" y="269409"/>
                </a:cubicBezTo>
                <a:cubicBezTo>
                  <a:pt x="76260" y="269409"/>
                  <a:pt x="68342" y="249198"/>
                  <a:pt x="56952" y="243989"/>
                </a:cubicBezTo>
                <a:cubicBezTo>
                  <a:pt x="56952" y="243989"/>
                  <a:pt x="41047" y="233085"/>
                  <a:pt x="58063" y="233293"/>
                </a:cubicBezTo>
                <a:cubicBezTo>
                  <a:pt x="58063" y="233293"/>
                  <a:pt x="75357" y="234682"/>
                  <a:pt x="84872" y="251212"/>
                </a:cubicBezTo>
                <a:cubicBezTo>
                  <a:pt x="100082" y="278021"/>
                  <a:pt x="125571" y="270312"/>
                  <a:pt x="135503" y="265728"/>
                </a:cubicBezTo>
                <a:cubicBezTo>
                  <a:pt x="137100" y="254615"/>
                  <a:pt x="141615" y="246906"/>
                  <a:pt x="146616" y="242322"/>
                </a:cubicBezTo>
                <a:cubicBezTo>
                  <a:pt x="107791" y="238016"/>
                  <a:pt x="68620" y="232390"/>
                  <a:pt x="68620" y="165576"/>
                </a:cubicBezTo>
                <a:cubicBezTo>
                  <a:pt x="68620" y="146477"/>
                  <a:pt x="73898" y="136892"/>
                  <a:pt x="85011" y="124668"/>
                </a:cubicBezTo>
                <a:cubicBezTo>
                  <a:pt x="83205" y="120154"/>
                  <a:pt x="77301" y="101540"/>
                  <a:pt x="86816" y="77510"/>
                </a:cubicBezTo>
                <a:cubicBezTo>
                  <a:pt x="101332" y="72995"/>
                  <a:pt x="134739" y="96262"/>
                  <a:pt x="134739" y="96262"/>
                </a:cubicBezTo>
                <a:cubicBezTo>
                  <a:pt x="148630" y="92373"/>
                  <a:pt x="163562" y="90359"/>
                  <a:pt x="178356" y="90359"/>
                </a:cubicBezTo>
                <a:cubicBezTo>
                  <a:pt x="193149" y="90359"/>
                  <a:pt x="208082" y="92373"/>
                  <a:pt x="221972" y="96262"/>
                </a:cubicBezTo>
                <a:cubicBezTo>
                  <a:pt x="221972" y="96262"/>
                  <a:pt x="255379" y="72926"/>
                  <a:pt x="269895" y="77510"/>
                </a:cubicBezTo>
                <a:cubicBezTo>
                  <a:pt x="279410" y="101610"/>
                  <a:pt x="273506" y="120154"/>
                  <a:pt x="271701" y="124668"/>
                </a:cubicBezTo>
                <a:cubicBezTo>
                  <a:pt x="282813" y="136962"/>
                  <a:pt x="289620" y="146546"/>
                  <a:pt x="289620" y="165576"/>
                </a:cubicBezTo>
                <a:cubicBezTo>
                  <a:pt x="289620" y="232599"/>
                  <a:pt x="248712" y="237946"/>
                  <a:pt x="209887" y="242322"/>
                </a:cubicBezTo>
                <a:cubicBezTo>
                  <a:pt x="216277" y="247809"/>
                  <a:pt x="221694" y="258227"/>
                  <a:pt x="221694" y="274548"/>
                </a:cubicBezTo>
                <a:cubicBezTo>
                  <a:pt x="221694" y="297954"/>
                  <a:pt x="221486" y="326916"/>
                  <a:pt x="221486" y="332611"/>
                </a:cubicBezTo>
                <a:cubicBezTo>
                  <a:pt x="221486" y="337125"/>
                  <a:pt x="224681" y="342612"/>
                  <a:pt x="233501" y="341015"/>
                </a:cubicBezTo>
                <a:cubicBezTo>
                  <a:pt x="302955" y="317956"/>
                  <a:pt x="350044" y="252045"/>
                  <a:pt x="350044" y="175022"/>
                </a:cubicBezTo>
                <a:cubicBezTo>
                  <a:pt x="350044" y="78690"/>
                  <a:pt x="271909" y="5556"/>
                  <a:pt x="175578" y="5556"/>
                </a:cubicBezTo>
                <a:close/>
                <a:moveTo>
                  <a:pt x="73065" y="245100"/>
                </a:moveTo>
                <a:cubicBezTo>
                  <a:pt x="72162" y="245795"/>
                  <a:pt x="72370" y="247392"/>
                  <a:pt x="73551" y="248712"/>
                </a:cubicBezTo>
                <a:cubicBezTo>
                  <a:pt x="74662" y="249823"/>
                  <a:pt x="76260" y="250309"/>
                  <a:pt x="77162" y="249406"/>
                </a:cubicBezTo>
                <a:cubicBezTo>
                  <a:pt x="78065" y="248712"/>
                  <a:pt x="77857" y="247114"/>
                  <a:pt x="76676" y="245795"/>
                </a:cubicBezTo>
                <a:cubicBezTo>
                  <a:pt x="75565" y="244683"/>
                  <a:pt x="73968" y="244197"/>
                  <a:pt x="73065" y="245100"/>
                </a:cubicBezTo>
                <a:close/>
                <a:moveTo>
                  <a:pt x="65564" y="239474"/>
                </a:moveTo>
                <a:cubicBezTo>
                  <a:pt x="65078" y="240377"/>
                  <a:pt x="65772" y="241489"/>
                  <a:pt x="67161" y="242183"/>
                </a:cubicBezTo>
                <a:cubicBezTo>
                  <a:pt x="68272" y="242878"/>
                  <a:pt x="69661" y="242669"/>
                  <a:pt x="70148" y="241697"/>
                </a:cubicBezTo>
                <a:cubicBezTo>
                  <a:pt x="70634" y="240794"/>
                  <a:pt x="69939" y="239683"/>
                  <a:pt x="68550" y="238988"/>
                </a:cubicBezTo>
                <a:cubicBezTo>
                  <a:pt x="67161" y="238571"/>
                  <a:pt x="66050" y="238780"/>
                  <a:pt x="65564" y="239474"/>
                </a:cubicBezTo>
                <a:close/>
                <a:moveTo>
                  <a:pt x="88067" y="264200"/>
                </a:moveTo>
                <a:cubicBezTo>
                  <a:pt x="86955" y="265103"/>
                  <a:pt x="87372" y="267186"/>
                  <a:pt x="88969" y="268506"/>
                </a:cubicBezTo>
                <a:cubicBezTo>
                  <a:pt x="90567" y="270103"/>
                  <a:pt x="92581" y="270312"/>
                  <a:pt x="93484" y="269200"/>
                </a:cubicBezTo>
                <a:cubicBezTo>
                  <a:pt x="94387" y="268297"/>
                  <a:pt x="93970" y="266214"/>
                  <a:pt x="92581" y="264894"/>
                </a:cubicBezTo>
                <a:cubicBezTo>
                  <a:pt x="91053" y="263297"/>
                  <a:pt x="88969" y="263088"/>
                  <a:pt x="88067" y="264200"/>
                </a:cubicBezTo>
                <a:close/>
                <a:moveTo>
                  <a:pt x="80149" y="253990"/>
                </a:moveTo>
                <a:cubicBezTo>
                  <a:pt x="79038" y="254685"/>
                  <a:pt x="79038" y="256490"/>
                  <a:pt x="80149" y="258088"/>
                </a:cubicBezTo>
                <a:cubicBezTo>
                  <a:pt x="81260" y="259685"/>
                  <a:pt x="83135" y="260380"/>
                  <a:pt x="84038" y="259685"/>
                </a:cubicBezTo>
                <a:cubicBezTo>
                  <a:pt x="85150" y="258782"/>
                  <a:pt x="85150" y="256977"/>
                  <a:pt x="84038" y="255379"/>
                </a:cubicBezTo>
                <a:cubicBezTo>
                  <a:pt x="83066" y="253782"/>
                  <a:pt x="81260" y="253087"/>
                  <a:pt x="80149" y="25399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u="sng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github.com/karlosiwo/CourseManager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73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CourseManager | PS7 |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CourseManager - System zapisów na kursy</dc:title>
  <dc:subject>CourseManager - System zapisów na kursy</dc:subject>
  <dc:creator>Kimi</dc:creator>
  <cp:lastModifiedBy>Kimi</cp:lastModifiedBy>
  <cp:revision>1</cp:revision>
  <dcterms:created xsi:type="dcterms:W3CDTF">2026-06-02T16:45:58Z</dcterms:created>
  <dcterms:modified xsi:type="dcterms:W3CDTF">2026-06-02T16:45:58Z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{"Label":"CourseManager - System zapisów na kursy","ContentProducer":"001191110108MACG2KBH8F10000","ProduceID":"19e8939e-2bd2-84a5-8000-0000391dc04f","ReservedCode1":"","ContentPropagator":"001191110108MACG2KBH8F20000","PropagateID":"19e8939e-2bd2-84a5-8000-0000391dc04f","ReservedCode2":""}</vt:lpwstr>
  </property>
</Properties>
</file>