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embeddedFontLst>
    <p:embeddedFont>
      <p:font typeface="微软雅黑" panose="020B0503020204020204" pitchFamily="34" charset="-122"/>
      <p:regular r:id="rId21"/>
      <p:bold r:id="rId22"/>
    </p:embeddedFont>
    <p:embeddedFont>
      <p:font typeface="Liter" panose="020B0604020202020204" charset="0"/>
      <p:regular r:id="rId23"/>
    </p:embeddedFont>
    <p:embeddedFont>
      <p:font typeface="Quattrocento Sans" panose="020B0502050000020003" pitchFamily="34" charset="0"/>
      <p:regular r:id="rId24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7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27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losiwo/CourseManag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7ngjrdvcnww/mnt/agents/output/coursemanager/images/2_Dark_blue_tech_background_Images.png"/>
          <p:cNvPicPr>
            <a:picLocks noChangeAspect="1"/>
          </p:cNvPicPr>
          <p:nvPr/>
        </p:nvPicPr>
        <p:blipFill>
          <a:blip r:embed="rId3"/>
          <a:srcRect t="10281" b="102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1778000" y="3048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COURSEMANGER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04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zapisów na kursy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8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Deklaracja projektowa | Grupa PS7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1016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78000" y="1905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 projekcie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794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Dlaczego CourseManager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368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36830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Zespół i role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572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000" y="4572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Funkcjonalności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000" y="1905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8000" y="1905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Architektura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20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8000" y="2794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Bezpieczeństwo i API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2000" y="368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98000" y="3683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Realizacja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 PROJEKCIE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Aplikacja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WWW w Javie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 zarządzania kursami, uczestnikami i zapisami.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Stack: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Spring Boot, Spring MVC, Thymeleaf, Spring Security, relacyjna baza danych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699000"/>
            <a:ext cx="7112000" cy="1524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1016000" y="4826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Logika biznesowa </a:t>
            </a: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wykracza poza CRUD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kontrola limitów miejsc, blokada podwójnych zapisów, statusy zapisów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98000" y="203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01427" y="9971"/>
                </a:moveTo>
                <a:cubicBezTo>
                  <a:pt x="710952" y="893"/>
                  <a:pt x="724793" y="-2381"/>
                  <a:pt x="737592" y="1786"/>
                </a:cubicBezTo>
                <a:cubicBezTo>
                  <a:pt x="752177" y="6697"/>
                  <a:pt x="762000" y="20389"/>
                  <a:pt x="762000" y="35719"/>
                </a:cubicBezTo>
                <a:lnTo>
                  <a:pt x="762000" y="313879"/>
                </a:lnTo>
                <a:cubicBezTo>
                  <a:pt x="762000" y="509141"/>
                  <a:pt x="601117" y="666750"/>
                  <a:pt x="406598" y="666750"/>
                </a:cubicBezTo>
                <a:cubicBezTo>
                  <a:pt x="292001" y="666750"/>
                  <a:pt x="193179" y="593080"/>
                  <a:pt x="157311" y="490091"/>
                </a:cubicBezTo>
                <a:cubicBezTo>
                  <a:pt x="104626" y="535930"/>
                  <a:pt x="71437" y="603349"/>
                  <a:pt x="71437" y="678656"/>
                </a:cubicBezTo>
                <a:cubicBezTo>
                  <a:pt x="71437" y="698450"/>
                  <a:pt x="55513" y="714375"/>
                  <a:pt x="35719" y="714375"/>
                </a:cubicBezTo>
                <a:cubicBezTo>
                  <a:pt x="15925" y="714375"/>
                  <a:pt x="0" y="698450"/>
                  <a:pt x="0" y="678656"/>
                </a:cubicBezTo>
                <a:cubicBezTo>
                  <a:pt x="0" y="567184"/>
                  <a:pt x="56852" y="468957"/>
                  <a:pt x="143024" y="411212"/>
                </a:cubicBezTo>
                <a:cubicBezTo>
                  <a:pt x="195560" y="376089"/>
                  <a:pt x="258217" y="357188"/>
                  <a:pt x="321469" y="357188"/>
                </a:cubicBezTo>
                <a:lnTo>
                  <a:pt x="440531" y="357188"/>
                </a:lnTo>
                <a:cubicBezTo>
                  <a:pt x="460325" y="357188"/>
                  <a:pt x="476250" y="341263"/>
                  <a:pt x="476250" y="321469"/>
                </a:cubicBezTo>
                <a:cubicBezTo>
                  <a:pt x="476250" y="301675"/>
                  <a:pt x="460325" y="285750"/>
                  <a:pt x="440531" y="285750"/>
                </a:cubicBezTo>
                <a:lnTo>
                  <a:pt x="321469" y="285750"/>
                </a:lnTo>
                <a:cubicBezTo>
                  <a:pt x="262384" y="285750"/>
                  <a:pt x="206425" y="298847"/>
                  <a:pt x="156270" y="322213"/>
                </a:cubicBezTo>
                <a:cubicBezTo>
                  <a:pt x="190946" y="218033"/>
                  <a:pt x="289024" y="142875"/>
                  <a:pt x="404813" y="142875"/>
                </a:cubicBezTo>
                <a:cubicBezTo>
                  <a:pt x="503634" y="142875"/>
                  <a:pt x="577155" y="109984"/>
                  <a:pt x="626120" y="77391"/>
                </a:cubicBezTo>
                <a:cubicBezTo>
                  <a:pt x="654695" y="58341"/>
                  <a:pt x="678954" y="35570"/>
                  <a:pt x="701576" y="9971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9017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0" y="203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11049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509625" y="2032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666750" y="306288"/>
                </a:moveTo>
                <a:cubicBezTo>
                  <a:pt x="644723" y="320873"/>
                  <a:pt x="619423" y="332631"/>
                  <a:pt x="593080" y="342007"/>
                </a:cubicBezTo>
                <a:cubicBezTo>
                  <a:pt x="523131" y="367010"/>
                  <a:pt x="431304" y="381000"/>
                  <a:pt x="333375" y="381000"/>
                </a:cubicBezTo>
                <a:cubicBezTo>
                  <a:pt x="235446" y="381000"/>
                  <a:pt x="143470" y="366861"/>
                  <a:pt x="73670" y="342007"/>
                </a:cubicBezTo>
                <a:cubicBezTo>
                  <a:pt x="47476" y="332631"/>
                  <a:pt x="22027" y="320873"/>
                  <a:pt x="0" y="306288"/>
                </a:cubicBezTo>
                <a:lnTo>
                  <a:pt x="0" y="428625"/>
                </a:lnTo>
                <a:cubicBezTo>
                  <a:pt x="0" y="494407"/>
                  <a:pt x="149275" y="547687"/>
                  <a:pt x="333375" y="547687"/>
                </a:cubicBezTo>
                <a:cubicBezTo>
                  <a:pt x="517475" y="547687"/>
                  <a:pt x="666750" y="494407"/>
                  <a:pt x="666750" y="428625"/>
                </a:cubicBezTo>
                <a:lnTo>
                  <a:pt x="666750" y="306288"/>
                </a:lnTo>
                <a:close/>
                <a:moveTo>
                  <a:pt x="666750" y="190500"/>
                </a:moveTo>
                <a:lnTo>
                  <a:pt x="666750" y="119063"/>
                </a:lnTo>
                <a:cubicBezTo>
                  <a:pt x="666750" y="53280"/>
                  <a:pt x="517475" y="0"/>
                  <a:pt x="333375" y="0"/>
                </a:cubicBezTo>
                <a:cubicBezTo>
                  <a:pt x="149275" y="0"/>
                  <a:pt x="0" y="53280"/>
                  <a:pt x="0" y="119063"/>
                </a:cubicBezTo>
                <a:lnTo>
                  <a:pt x="0" y="190500"/>
                </a:lnTo>
                <a:cubicBezTo>
                  <a:pt x="0" y="256282"/>
                  <a:pt x="149275" y="309563"/>
                  <a:pt x="333375" y="309563"/>
                </a:cubicBezTo>
                <a:cubicBezTo>
                  <a:pt x="517475" y="309563"/>
                  <a:pt x="666750" y="256282"/>
                  <a:pt x="666750" y="190500"/>
                </a:cubicBezTo>
                <a:close/>
                <a:moveTo>
                  <a:pt x="593080" y="580132"/>
                </a:moveTo>
                <a:cubicBezTo>
                  <a:pt x="523280" y="604986"/>
                  <a:pt x="431453" y="619125"/>
                  <a:pt x="333375" y="619125"/>
                </a:cubicBezTo>
                <a:cubicBezTo>
                  <a:pt x="235297" y="619125"/>
                  <a:pt x="143470" y="604986"/>
                  <a:pt x="73670" y="580132"/>
                </a:cubicBezTo>
                <a:cubicBezTo>
                  <a:pt x="47476" y="570756"/>
                  <a:pt x="22027" y="558998"/>
                  <a:pt x="0" y="544413"/>
                </a:cubicBezTo>
                <a:lnTo>
                  <a:pt x="0" y="642938"/>
                </a:lnTo>
                <a:cubicBezTo>
                  <a:pt x="0" y="708720"/>
                  <a:pt x="149275" y="762000"/>
                  <a:pt x="333375" y="762000"/>
                </a:cubicBezTo>
                <a:cubicBezTo>
                  <a:pt x="517475" y="762000"/>
                  <a:pt x="666750" y="708720"/>
                  <a:pt x="666750" y="642938"/>
                </a:cubicBezTo>
                <a:lnTo>
                  <a:pt x="666750" y="544413"/>
                </a:lnTo>
                <a:cubicBezTo>
                  <a:pt x="644723" y="558998"/>
                  <a:pt x="619423" y="570756"/>
                  <a:pt x="593080" y="580132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13081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Baza danych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50375" y="3810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536972" y="1786"/>
                </a:moveTo>
                <a:cubicBezTo>
                  <a:pt x="511671" y="-5507"/>
                  <a:pt x="485329" y="9227"/>
                  <a:pt x="478036" y="34528"/>
                </a:cubicBezTo>
                <a:lnTo>
                  <a:pt x="287536" y="701278"/>
                </a:lnTo>
                <a:cubicBezTo>
                  <a:pt x="280243" y="726579"/>
                  <a:pt x="294977" y="752921"/>
                  <a:pt x="320278" y="760214"/>
                </a:cubicBezTo>
                <a:cubicBezTo>
                  <a:pt x="345579" y="767507"/>
                  <a:pt x="371921" y="752773"/>
                  <a:pt x="379214" y="727472"/>
                </a:cubicBezTo>
                <a:lnTo>
                  <a:pt x="569714" y="60722"/>
                </a:lnTo>
                <a:cubicBezTo>
                  <a:pt x="577007" y="35421"/>
                  <a:pt x="562273" y="9079"/>
                  <a:pt x="536972" y="1786"/>
                </a:cubicBezTo>
                <a:close/>
                <a:moveTo>
                  <a:pt x="633115" y="204341"/>
                </a:moveTo>
                <a:cubicBezTo>
                  <a:pt x="614511" y="222945"/>
                  <a:pt x="614511" y="253157"/>
                  <a:pt x="633115" y="271760"/>
                </a:cubicBezTo>
                <a:lnTo>
                  <a:pt x="742355" y="381000"/>
                </a:lnTo>
                <a:lnTo>
                  <a:pt x="633115" y="490240"/>
                </a:lnTo>
                <a:cubicBezTo>
                  <a:pt x="614511" y="508843"/>
                  <a:pt x="614511" y="539055"/>
                  <a:pt x="633115" y="557659"/>
                </a:cubicBezTo>
                <a:cubicBezTo>
                  <a:pt x="651718" y="576262"/>
                  <a:pt x="681930" y="576262"/>
                  <a:pt x="700534" y="557659"/>
                </a:cubicBezTo>
                <a:lnTo>
                  <a:pt x="843409" y="414784"/>
                </a:lnTo>
                <a:cubicBezTo>
                  <a:pt x="862012" y="396180"/>
                  <a:pt x="862012" y="365968"/>
                  <a:pt x="843409" y="347365"/>
                </a:cubicBezTo>
                <a:lnTo>
                  <a:pt x="700534" y="204490"/>
                </a:lnTo>
                <a:cubicBezTo>
                  <a:pt x="681930" y="185886"/>
                  <a:pt x="651718" y="185886"/>
                  <a:pt x="633115" y="204490"/>
                </a:cubicBezTo>
                <a:close/>
                <a:moveTo>
                  <a:pt x="224284" y="204341"/>
                </a:moveTo>
                <a:cubicBezTo>
                  <a:pt x="205680" y="185737"/>
                  <a:pt x="175468" y="185737"/>
                  <a:pt x="156865" y="204341"/>
                </a:cubicBezTo>
                <a:lnTo>
                  <a:pt x="13990" y="347216"/>
                </a:lnTo>
                <a:cubicBezTo>
                  <a:pt x="-4614" y="365820"/>
                  <a:pt x="-4614" y="396032"/>
                  <a:pt x="13990" y="414635"/>
                </a:cubicBezTo>
                <a:lnTo>
                  <a:pt x="156865" y="557510"/>
                </a:lnTo>
                <a:cubicBezTo>
                  <a:pt x="175468" y="576114"/>
                  <a:pt x="205680" y="576114"/>
                  <a:pt x="224284" y="557510"/>
                </a:cubicBezTo>
                <a:cubicBezTo>
                  <a:pt x="242888" y="538907"/>
                  <a:pt x="242888" y="508695"/>
                  <a:pt x="224284" y="490091"/>
                </a:cubicBezTo>
                <a:lnTo>
                  <a:pt x="115044" y="381000"/>
                </a:lnTo>
                <a:lnTo>
                  <a:pt x="224135" y="271760"/>
                </a:lnTo>
                <a:cubicBezTo>
                  <a:pt x="242739" y="253157"/>
                  <a:pt x="242739" y="222945"/>
                  <a:pt x="224135" y="204341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9017000" y="4699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Thymeleaf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77625" y="3810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190500" y="-47625"/>
                </a:moveTo>
                <a:cubicBezTo>
                  <a:pt x="216843" y="-47625"/>
                  <a:pt x="238125" y="-26343"/>
                  <a:pt x="238125" y="0"/>
                </a:cubicBezTo>
                <a:lnTo>
                  <a:pt x="238125" y="142875"/>
                </a:lnTo>
                <a:lnTo>
                  <a:pt x="428625" y="142875"/>
                </a:lnTo>
                <a:lnTo>
                  <a:pt x="428625" y="0"/>
                </a:lnTo>
                <a:cubicBezTo>
                  <a:pt x="428625" y="-26343"/>
                  <a:pt x="449907" y="-47625"/>
                  <a:pt x="476250" y="-47625"/>
                </a:cubicBezTo>
                <a:cubicBezTo>
                  <a:pt x="502593" y="-47625"/>
                  <a:pt x="523875" y="-26343"/>
                  <a:pt x="523875" y="0"/>
                </a:cubicBezTo>
                <a:lnTo>
                  <a:pt x="523875" y="142875"/>
                </a:lnTo>
                <a:lnTo>
                  <a:pt x="619125" y="142875"/>
                </a:lnTo>
                <a:cubicBezTo>
                  <a:pt x="645468" y="142875"/>
                  <a:pt x="666750" y="164157"/>
                  <a:pt x="666750" y="190500"/>
                </a:cubicBezTo>
                <a:cubicBezTo>
                  <a:pt x="666750" y="216843"/>
                  <a:pt x="645468" y="238125"/>
                  <a:pt x="619125" y="238125"/>
                </a:cubicBezTo>
                <a:lnTo>
                  <a:pt x="619125" y="333375"/>
                </a:lnTo>
                <a:cubicBezTo>
                  <a:pt x="619125" y="474911"/>
                  <a:pt x="516136" y="592485"/>
                  <a:pt x="381000" y="615107"/>
                </a:cubicBezTo>
                <a:lnTo>
                  <a:pt x="381000" y="714375"/>
                </a:lnTo>
                <a:cubicBezTo>
                  <a:pt x="381000" y="740718"/>
                  <a:pt x="359718" y="762000"/>
                  <a:pt x="333375" y="762000"/>
                </a:cubicBezTo>
                <a:cubicBezTo>
                  <a:pt x="307032" y="762000"/>
                  <a:pt x="285750" y="740718"/>
                  <a:pt x="285750" y="714375"/>
                </a:cubicBezTo>
                <a:lnTo>
                  <a:pt x="285750" y="615107"/>
                </a:lnTo>
                <a:cubicBezTo>
                  <a:pt x="150614" y="592485"/>
                  <a:pt x="47625" y="474911"/>
                  <a:pt x="47625" y="333375"/>
                </a:cubicBezTo>
                <a:lnTo>
                  <a:pt x="47625" y="238125"/>
                </a:lnTo>
                <a:cubicBezTo>
                  <a:pt x="21282" y="238125"/>
                  <a:pt x="0" y="216843"/>
                  <a:pt x="0" y="190500"/>
                </a:cubicBezTo>
                <a:cubicBezTo>
                  <a:pt x="0" y="164157"/>
                  <a:pt x="21282" y="142875"/>
                  <a:pt x="47625" y="142875"/>
                </a:cubicBezTo>
                <a:lnTo>
                  <a:pt x="142875" y="142875"/>
                </a:lnTo>
                <a:lnTo>
                  <a:pt x="142875" y="0"/>
                </a:lnTo>
                <a:cubicBezTo>
                  <a:pt x="142875" y="-26343"/>
                  <a:pt x="164157" y="-47625"/>
                  <a:pt x="190500" y="-4762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11176000" y="469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557250" y="38100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371921" y="99417"/>
                </a:moveTo>
                <a:cubicBezTo>
                  <a:pt x="387400" y="78135"/>
                  <a:pt x="382637" y="48369"/>
                  <a:pt x="361355" y="32891"/>
                </a:cubicBezTo>
                <a:cubicBezTo>
                  <a:pt x="340072" y="17413"/>
                  <a:pt x="310307" y="22175"/>
                  <a:pt x="294829" y="43458"/>
                </a:cubicBezTo>
                <a:lnTo>
                  <a:pt x="137071" y="260300"/>
                </a:lnTo>
                <a:lnTo>
                  <a:pt x="81260" y="204490"/>
                </a:lnTo>
                <a:cubicBezTo>
                  <a:pt x="62657" y="185886"/>
                  <a:pt x="32445" y="185886"/>
                  <a:pt x="13841" y="204490"/>
                </a:cubicBezTo>
                <a:cubicBezTo>
                  <a:pt x="-4762" y="223093"/>
                  <a:pt x="-4762" y="253305"/>
                  <a:pt x="13841" y="271909"/>
                </a:cubicBezTo>
                <a:lnTo>
                  <a:pt x="109091" y="367159"/>
                </a:lnTo>
                <a:cubicBezTo>
                  <a:pt x="118914" y="376982"/>
                  <a:pt x="132606" y="382042"/>
                  <a:pt x="146447" y="381000"/>
                </a:cubicBezTo>
                <a:cubicBezTo>
                  <a:pt x="160288" y="379958"/>
                  <a:pt x="173087" y="372814"/>
                  <a:pt x="181273" y="361504"/>
                </a:cubicBezTo>
                <a:lnTo>
                  <a:pt x="371773" y="99566"/>
                </a:lnTo>
                <a:close/>
                <a:moveTo>
                  <a:pt x="562421" y="301823"/>
                </a:moveTo>
                <a:cubicBezTo>
                  <a:pt x="577900" y="280541"/>
                  <a:pt x="573137" y="250775"/>
                  <a:pt x="551855" y="235297"/>
                </a:cubicBezTo>
                <a:cubicBezTo>
                  <a:pt x="530572" y="219819"/>
                  <a:pt x="500807" y="224582"/>
                  <a:pt x="485329" y="245864"/>
                </a:cubicBezTo>
                <a:lnTo>
                  <a:pt x="232321" y="593675"/>
                </a:lnTo>
                <a:lnTo>
                  <a:pt x="128885" y="490240"/>
                </a:lnTo>
                <a:cubicBezTo>
                  <a:pt x="110282" y="471636"/>
                  <a:pt x="80070" y="471636"/>
                  <a:pt x="61466" y="490240"/>
                </a:cubicBezTo>
                <a:cubicBezTo>
                  <a:pt x="42862" y="508843"/>
                  <a:pt x="42862" y="539055"/>
                  <a:pt x="61466" y="557659"/>
                </a:cubicBezTo>
                <a:lnTo>
                  <a:pt x="204341" y="700534"/>
                </a:lnTo>
                <a:cubicBezTo>
                  <a:pt x="214164" y="710357"/>
                  <a:pt x="227856" y="715417"/>
                  <a:pt x="241697" y="714375"/>
                </a:cubicBezTo>
                <a:cubicBezTo>
                  <a:pt x="255538" y="713333"/>
                  <a:pt x="268337" y="706189"/>
                  <a:pt x="276523" y="694879"/>
                </a:cubicBezTo>
                <a:lnTo>
                  <a:pt x="562273" y="301972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3081000" y="4699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Walidacja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DLACZEGO COURSEMANGER?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762000" y="2032000"/>
            <a:ext cx="4572000" cy="254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984250" y="2286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16000" y="292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Kompletny zakres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365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Pokazuje wszystkie wymagane elementy aplikacji WWW w Javie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2032000"/>
            <a:ext cx="4572000" cy="254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6032500" y="2286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096000" y="292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Bezpieczny zakres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3365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Jasne encje i możliwy do podziału zakres prac dla 3 osób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2032000"/>
            <a:ext cx="4572000" cy="254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11176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1176000" y="2921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Logika biznesowa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3365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Wykracza poza CRUD: kontrola limitów, blokada zapisów, statusy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334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Prosty do zrozumienia temat, który pozwala zaprezentować pełne możliwości technologiczne zespołu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ZESPÓŁ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1825625" y="2159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33375" y="369094"/>
                </a:moveTo>
                <a:cubicBezTo>
                  <a:pt x="431944" y="369094"/>
                  <a:pt x="511969" y="289069"/>
                  <a:pt x="511969" y="190500"/>
                </a:cubicBezTo>
                <a:cubicBezTo>
                  <a:pt x="511969" y="91931"/>
                  <a:pt x="431944" y="11906"/>
                  <a:pt x="333375" y="11906"/>
                </a:cubicBezTo>
                <a:cubicBezTo>
                  <a:pt x="234806" y="11906"/>
                  <a:pt x="154781" y="91931"/>
                  <a:pt x="154781" y="190500"/>
                </a:cubicBezTo>
                <a:cubicBezTo>
                  <a:pt x="154781" y="289069"/>
                  <a:pt x="234806" y="369094"/>
                  <a:pt x="333375" y="369094"/>
                </a:cubicBezTo>
                <a:close/>
                <a:moveTo>
                  <a:pt x="289173" y="452438"/>
                </a:moveTo>
                <a:cubicBezTo>
                  <a:pt x="142577" y="452438"/>
                  <a:pt x="23812" y="571202"/>
                  <a:pt x="23812" y="717798"/>
                </a:cubicBezTo>
                <a:cubicBezTo>
                  <a:pt x="23812" y="742206"/>
                  <a:pt x="43607" y="762000"/>
                  <a:pt x="68014" y="762000"/>
                </a:cubicBezTo>
                <a:lnTo>
                  <a:pt x="598736" y="762000"/>
                </a:lnTo>
                <a:cubicBezTo>
                  <a:pt x="623143" y="762000"/>
                  <a:pt x="642938" y="742206"/>
                  <a:pt x="642938" y="717798"/>
                </a:cubicBezTo>
                <a:cubicBezTo>
                  <a:pt x="642938" y="571202"/>
                  <a:pt x="524173" y="452438"/>
                  <a:pt x="377577" y="452438"/>
                </a:cubicBezTo>
                <a:lnTo>
                  <a:pt x="289173" y="45243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Michał Szwabowicz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683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Indeks: 111112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5625" y="2159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33375" y="369094"/>
                </a:moveTo>
                <a:cubicBezTo>
                  <a:pt x="431944" y="369094"/>
                  <a:pt x="511969" y="289069"/>
                  <a:pt x="511969" y="190500"/>
                </a:cubicBezTo>
                <a:cubicBezTo>
                  <a:pt x="511969" y="91931"/>
                  <a:pt x="431944" y="11906"/>
                  <a:pt x="333375" y="11906"/>
                </a:cubicBezTo>
                <a:cubicBezTo>
                  <a:pt x="234806" y="11906"/>
                  <a:pt x="154781" y="91931"/>
                  <a:pt x="154781" y="190500"/>
                </a:cubicBezTo>
                <a:cubicBezTo>
                  <a:pt x="154781" y="289069"/>
                  <a:pt x="234806" y="369094"/>
                  <a:pt x="333375" y="369094"/>
                </a:cubicBezTo>
                <a:close/>
                <a:moveTo>
                  <a:pt x="289173" y="452438"/>
                </a:moveTo>
                <a:cubicBezTo>
                  <a:pt x="142577" y="452438"/>
                  <a:pt x="23812" y="571202"/>
                  <a:pt x="23812" y="717798"/>
                </a:cubicBezTo>
                <a:cubicBezTo>
                  <a:pt x="23812" y="742206"/>
                  <a:pt x="43607" y="762000"/>
                  <a:pt x="68014" y="762000"/>
                </a:cubicBezTo>
                <a:lnTo>
                  <a:pt x="598736" y="762000"/>
                </a:lnTo>
                <a:cubicBezTo>
                  <a:pt x="623143" y="762000"/>
                  <a:pt x="642938" y="742206"/>
                  <a:pt x="642938" y="717798"/>
                </a:cubicBezTo>
                <a:cubicBezTo>
                  <a:pt x="642938" y="571202"/>
                  <a:pt x="524173" y="452438"/>
                  <a:pt x="377577" y="452438"/>
                </a:cubicBezTo>
                <a:lnTo>
                  <a:pt x="289173" y="45243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842000" y="3175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Jakub Wierciszewski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42000" y="3683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Indeks: 117268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985625" y="2159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33375" y="369094"/>
                </a:moveTo>
                <a:cubicBezTo>
                  <a:pt x="431944" y="369094"/>
                  <a:pt x="511969" y="289069"/>
                  <a:pt x="511969" y="190500"/>
                </a:cubicBezTo>
                <a:cubicBezTo>
                  <a:pt x="511969" y="91931"/>
                  <a:pt x="431944" y="11906"/>
                  <a:pt x="333375" y="11906"/>
                </a:cubicBezTo>
                <a:cubicBezTo>
                  <a:pt x="234806" y="11906"/>
                  <a:pt x="154781" y="91931"/>
                  <a:pt x="154781" y="190500"/>
                </a:cubicBezTo>
                <a:cubicBezTo>
                  <a:pt x="154781" y="289069"/>
                  <a:pt x="234806" y="369094"/>
                  <a:pt x="333375" y="369094"/>
                </a:cubicBezTo>
                <a:close/>
                <a:moveTo>
                  <a:pt x="289173" y="452438"/>
                </a:moveTo>
                <a:cubicBezTo>
                  <a:pt x="142577" y="452438"/>
                  <a:pt x="23812" y="571202"/>
                  <a:pt x="23812" y="717798"/>
                </a:cubicBezTo>
                <a:cubicBezTo>
                  <a:pt x="23812" y="742206"/>
                  <a:pt x="43607" y="762000"/>
                  <a:pt x="68014" y="762000"/>
                </a:cubicBezTo>
                <a:lnTo>
                  <a:pt x="598736" y="762000"/>
                </a:lnTo>
                <a:cubicBezTo>
                  <a:pt x="623143" y="762000"/>
                  <a:pt x="642938" y="742206"/>
                  <a:pt x="642938" y="717798"/>
                </a:cubicBezTo>
                <a:cubicBezTo>
                  <a:pt x="642938" y="571202"/>
                  <a:pt x="524173" y="452438"/>
                  <a:pt x="377577" y="452438"/>
                </a:cubicBezTo>
                <a:lnTo>
                  <a:pt x="289173" y="45243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0922000" y="3175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Karol Ziemak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22000" y="3683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Indeks: 117292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88000" y="4699000"/>
            <a:ext cx="5080000" cy="762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588000" y="4699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GRUPA PS7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596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29406" y="295721"/>
                </a:moveTo>
                <a:cubicBezTo>
                  <a:pt x="129406" y="297210"/>
                  <a:pt x="127695" y="298400"/>
                  <a:pt x="125537" y="298400"/>
                </a:cubicBezTo>
                <a:cubicBezTo>
                  <a:pt x="123081" y="298624"/>
                  <a:pt x="121369" y="297433"/>
                  <a:pt x="121369" y="295721"/>
                </a:cubicBezTo>
                <a:cubicBezTo>
                  <a:pt x="121369" y="294233"/>
                  <a:pt x="123081" y="293043"/>
                  <a:pt x="125239" y="293043"/>
                </a:cubicBezTo>
                <a:cubicBezTo>
                  <a:pt x="127471" y="292819"/>
                  <a:pt x="129406" y="294010"/>
                  <a:pt x="129406" y="295721"/>
                </a:cubicBezTo>
                <a:close/>
                <a:moveTo>
                  <a:pt x="106263" y="292373"/>
                </a:moveTo>
                <a:cubicBezTo>
                  <a:pt x="105742" y="293861"/>
                  <a:pt x="107231" y="295573"/>
                  <a:pt x="109463" y="296019"/>
                </a:cubicBezTo>
                <a:cubicBezTo>
                  <a:pt x="111398" y="296763"/>
                  <a:pt x="113630" y="296019"/>
                  <a:pt x="114077" y="294531"/>
                </a:cubicBezTo>
                <a:cubicBezTo>
                  <a:pt x="114523" y="293043"/>
                  <a:pt x="113109" y="291331"/>
                  <a:pt x="110877" y="290661"/>
                </a:cubicBezTo>
                <a:cubicBezTo>
                  <a:pt x="108942" y="290140"/>
                  <a:pt x="106784" y="290885"/>
                  <a:pt x="106263" y="292373"/>
                </a:cubicBezTo>
                <a:close/>
                <a:moveTo>
                  <a:pt x="139154" y="291108"/>
                </a:moveTo>
                <a:cubicBezTo>
                  <a:pt x="136996" y="291629"/>
                  <a:pt x="135508" y="293043"/>
                  <a:pt x="135731" y="294754"/>
                </a:cubicBezTo>
                <a:cubicBezTo>
                  <a:pt x="135954" y="296242"/>
                  <a:pt x="137889" y="297210"/>
                  <a:pt x="140122" y="296689"/>
                </a:cubicBezTo>
                <a:cubicBezTo>
                  <a:pt x="142280" y="296168"/>
                  <a:pt x="143768" y="294754"/>
                  <a:pt x="143545" y="293266"/>
                </a:cubicBezTo>
                <a:cubicBezTo>
                  <a:pt x="143321" y="291852"/>
                  <a:pt x="141312" y="290885"/>
                  <a:pt x="139154" y="291108"/>
                </a:cubicBezTo>
                <a:close/>
                <a:moveTo>
                  <a:pt x="188119" y="5953"/>
                </a:moveTo>
                <a:cubicBezTo>
                  <a:pt x="84906" y="5953"/>
                  <a:pt x="5953" y="84311"/>
                  <a:pt x="5953" y="187523"/>
                </a:cubicBezTo>
                <a:cubicBezTo>
                  <a:pt x="5953" y="270049"/>
                  <a:pt x="57894" y="340668"/>
                  <a:pt x="132085" y="365522"/>
                </a:cubicBezTo>
                <a:cubicBezTo>
                  <a:pt x="141610" y="367233"/>
                  <a:pt x="144959" y="361355"/>
                  <a:pt x="144959" y="356518"/>
                </a:cubicBezTo>
                <a:cubicBezTo>
                  <a:pt x="144959" y="351904"/>
                  <a:pt x="144735" y="326454"/>
                  <a:pt x="144735" y="310828"/>
                </a:cubicBezTo>
                <a:cubicBezTo>
                  <a:pt x="144735" y="310828"/>
                  <a:pt x="92646" y="321990"/>
                  <a:pt x="81707" y="288652"/>
                </a:cubicBezTo>
                <a:cubicBezTo>
                  <a:pt x="81707" y="288652"/>
                  <a:pt x="73223" y="266998"/>
                  <a:pt x="61020" y="261417"/>
                </a:cubicBezTo>
                <a:cubicBezTo>
                  <a:pt x="61020" y="261417"/>
                  <a:pt x="43979" y="249734"/>
                  <a:pt x="62210" y="249957"/>
                </a:cubicBezTo>
                <a:cubicBezTo>
                  <a:pt x="62210" y="249957"/>
                  <a:pt x="80739" y="251445"/>
                  <a:pt x="90934" y="269156"/>
                </a:cubicBezTo>
                <a:cubicBezTo>
                  <a:pt x="107231" y="297879"/>
                  <a:pt x="134541" y="289620"/>
                  <a:pt x="145182" y="284708"/>
                </a:cubicBezTo>
                <a:cubicBezTo>
                  <a:pt x="146893" y="272802"/>
                  <a:pt x="151730" y="264542"/>
                  <a:pt x="157088" y="259631"/>
                </a:cubicBezTo>
                <a:cubicBezTo>
                  <a:pt x="115491" y="255017"/>
                  <a:pt x="73521" y="248989"/>
                  <a:pt x="73521" y="177403"/>
                </a:cubicBezTo>
                <a:cubicBezTo>
                  <a:pt x="73521" y="156939"/>
                  <a:pt x="79177" y="146670"/>
                  <a:pt x="91083" y="133573"/>
                </a:cubicBezTo>
                <a:cubicBezTo>
                  <a:pt x="89148" y="128736"/>
                  <a:pt x="82823" y="108793"/>
                  <a:pt x="93018" y="83046"/>
                </a:cubicBezTo>
                <a:cubicBezTo>
                  <a:pt x="108570" y="78209"/>
                  <a:pt x="144363" y="103138"/>
                  <a:pt x="144363" y="103138"/>
                </a:cubicBezTo>
                <a:cubicBezTo>
                  <a:pt x="159246" y="98971"/>
                  <a:pt x="175245" y="96813"/>
                  <a:pt x="191095" y="96813"/>
                </a:cubicBezTo>
                <a:cubicBezTo>
                  <a:pt x="206946" y="96813"/>
                  <a:pt x="222945" y="98971"/>
                  <a:pt x="237827" y="103138"/>
                </a:cubicBezTo>
                <a:cubicBezTo>
                  <a:pt x="237827" y="103138"/>
                  <a:pt x="273621" y="78135"/>
                  <a:pt x="289173" y="83046"/>
                </a:cubicBezTo>
                <a:cubicBezTo>
                  <a:pt x="299368" y="108868"/>
                  <a:pt x="293043" y="128736"/>
                  <a:pt x="291108" y="133573"/>
                </a:cubicBezTo>
                <a:cubicBezTo>
                  <a:pt x="303014" y="146745"/>
                  <a:pt x="310307" y="157014"/>
                  <a:pt x="310307" y="177403"/>
                </a:cubicBezTo>
                <a:cubicBezTo>
                  <a:pt x="310307" y="249213"/>
                  <a:pt x="266477" y="254943"/>
                  <a:pt x="224879" y="259631"/>
                </a:cubicBezTo>
                <a:cubicBezTo>
                  <a:pt x="231725" y="265509"/>
                  <a:pt x="237530" y="276671"/>
                  <a:pt x="237530" y="294159"/>
                </a:cubicBezTo>
                <a:cubicBezTo>
                  <a:pt x="237530" y="319236"/>
                  <a:pt x="237306" y="350267"/>
                  <a:pt x="237306" y="356369"/>
                </a:cubicBezTo>
                <a:cubicBezTo>
                  <a:pt x="237306" y="361206"/>
                  <a:pt x="240729" y="367085"/>
                  <a:pt x="250180" y="365373"/>
                </a:cubicBezTo>
                <a:cubicBezTo>
                  <a:pt x="324594" y="340668"/>
                  <a:pt x="375047" y="270049"/>
                  <a:pt x="375047" y="187523"/>
                </a:cubicBezTo>
                <a:cubicBezTo>
                  <a:pt x="375047" y="84311"/>
                  <a:pt x="291331" y="5953"/>
                  <a:pt x="188119" y="5953"/>
                </a:cubicBezTo>
                <a:close/>
                <a:moveTo>
                  <a:pt x="78284" y="262607"/>
                </a:moveTo>
                <a:cubicBezTo>
                  <a:pt x="77316" y="263351"/>
                  <a:pt x="77539" y="265063"/>
                  <a:pt x="78804" y="266477"/>
                </a:cubicBezTo>
                <a:cubicBezTo>
                  <a:pt x="79995" y="267667"/>
                  <a:pt x="81707" y="268188"/>
                  <a:pt x="82674" y="267221"/>
                </a:cubicBezTo>
                <a:cubicBezTo>
                  <a:pt x="83641" y="266477"/>
                  <a:pt x="83418" y="264765"/>
                  <a:pt x="82153" y="263351"/>
                </a:cubicBezTo>
                <a:cubicBezTo>
                  <a:pt x="80963" y="262161"/>
                  <a:pt x="79251" y="261640"/>
                  <a:pt x="78284" y="262607"/>
                </a:cubicBezTo>
                <a:close/>
                <a:moveTo>
                  <a:pt x="70247" y="256580"/>
                </a:moveTo>
                <a:cubicBezTo>
                  <a:pt x="69726" y="257547"/>
                  <a:pt x="70470" y="258738"/>
                  <a:pt x="71958" y="259482"/>
                </a:cubicBezTo>
                <a:cubicBezTo>
                  <a:pt x="73149" y="260226"/>
                  <a:pt x="74637" y="260003"/>
                  <a:pt x="75158" y="258961"/>
                </a:cubicBezTo>
                <a:cubicBezTo>
                  <a:pt x="75679" y="257994"/>
                  <a:pt x="74935" y="256803"/>
                  <a:pt x="73447" y="256059"/>
                </a:cubicBezTo>
                <a:cubicBezTo>
                  <a:pt x="71958" y="255612"/>
                  <a:pt x="70768" y="255836"/>
                  <a:pt x="70247" y="256580"/>
                </a:cubicBezTo>
                <a:close/>
                <a:moveTo>
                  <a:pt x="94357" y="283071"/>
                </a:moveTo>
                <a:cubicBezTo>
                  <a:pt x="93166" y="284038"/>
                  <a:pt x="93613" y="286271"/>
                  <a:pt x="95324" y="287685"/>
                </a:cubicBezTo>
                <a:cubicBezTo>
                  <a:pt x="97036" y="289396"/>
                  <a:pt x="99194" y="289620"/>
                  <a:pt x="100161" y="288429"/>
                </a:cubicBezTo>
                <a:cubicBezTo>
                  <a:pt x="101129" y="287462"/>
                  <a:pt x="100682" y="285229"/>
                  <a:pt x="99194" y="283815"/>
                </a:cubicBezTo>
                <a:cubicBezTo>
                  <a:pt x="97557" y="282104"/>
                  <a:pt x="95324" y="281880"/>
                  <a:pt x="94357" y="283071"/>
                </a:cubicBezTo>
                <a:close/>
                <a:moveTo>
                  <a:pt x="85874" y="272132"/>
                </a:moveTo>
                <a:cubicBezTo>
                  <a:pt x="84683" y="272876"/>
                  <a:pt x="84683" y="274811"/>
                  <a:pt x="85874" y="276523"/>
                </a:cubicBezTo>
                <a:cubicBezTo>
                  <a:pt x="87064" y="278234"/>
                  <a:pt x="89074" y="278978"/>
                  <a:pt x="90041" y="278234"/>
                </a:cubicBezTo>
                <a:cubicBezTo>
                  <a:pt x="91232" y="277267"/>
                  <a:pt x="91232" y="275332"/>
                  <a:pt x="90041" y="273621"/>
                </a:cubicBezTo>
                <a:cubicBezTo>
                  <a:pt x="88999" y="271909"/>
                  <a:pt x="87064" y="271165"/>
                  <a:pt x="85874" y="272132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366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u="sng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github.com/karlosiwo/CourseManager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 UŻYTKOWNIKÓW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342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3429000" cy="635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62000" y="165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NIEZALOGOWANY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540000"/>
            <a:ext cx="304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Strona powitalna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Rejestracja i logowanie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Publiczna lista kursów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651000"/>
            <a:ext cx="342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572000" y="1651000"/>
            <a:ext cx="3429000" cy="635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572000" y="165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USER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0" y="2540000"/>
            <a:ext cx="304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Przeglądanie kursów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Widok informacji udostępnionych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Brak możliwości zapisu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651000"/>
            <a:ext cx="342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8382000" y="1651000"/>
            <a:ext cx="3429000" cy="635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8382000" y="165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USER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0" y="2540000"/>
            <a:ext cx="304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Zapisy na kursy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Anulowanie zapisów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Filtrowanie i sortowanie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Udostępnianie kursów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192000" y="1651000"/>
            <a:ext cx="342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12192000" y="1651000"/>
            <a:ext cx="3429000" cy="635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2192000" y="165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82500" y="2540000"/>
            <a:ext cx="304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Lista użytkowników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Zarządzanie rolami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kursów, kategorii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Zarządzanie prowadzącymi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91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8001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11811000" y="317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— MUST 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6985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Logowanie i rejestracja użytkownika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 role: admin, full, limited, niezalogowany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Lista kursów ze szczegółami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CRUD zapisów na kursy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Kontrola limitu miejsc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Blokada podwójnych zapisów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651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Sortowanie i filtrowanie kursów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Panel administratora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Walidacja formularzy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Baza danych z relacjami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Spring Security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Sesja, ciasteczka, REST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NICE TO HAVE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101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651000" y="17780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Raport najpopularniejszych kursów i wolnych miejsc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87425" y="2667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57150"/>
                </a:moveTo>
                <a:cubicBezTo>
                  <a:pt x="351830" y="57150"/>
                  <a:pt x="428625" y="133945"/>
                  <a:pt x="428625" y="228600"/>
                </a:cubicBezTo>
                <a:cubicBezTo>
                  <a:pt x="428625" y="323255"/>
                  <a:pt x="351830" y="400050"/>
                  <a:pt x="257175" y="400050"/>
                </a:cubicBezTo>
                <a:cubicBezTo>
                  <a:pt x="198953" y="400050"/>
                  <a:pt x="147429" y="371029"/>
                  <a:pt x="116443" y="326559"/>
                </a:cubicBezTo>
                <a:cubicBezTo>
                  <a:pt x="107424" y="313611"/>
                  <a:pt x="89565" y="310485"/>
                  <a:pt x="76617" y="319504"/>
                </a:cubicBezTo>
                <a:cubicBezTo>
                  <a:pt x="63669" y="328523"/>
                  <a:pt x="60543" y="346383"/>
                  <a:pt x="69562" y="359331"/>
                </a:cubicBezTo>
                <a:cubicBezTo>
                  <a:pt x="110817" y="418445"/>
                  <a:pt x="179487" y="457200"/>
                  <a:pt x="257175" y="457200"/>
                </a:cubicBezTo>
                <a:cubicBezTo>
                  <a:pt x="383441" y="457200"/>
                  <a:pt x="485775" y="354866"/>
                  <a:pt x="485775" y="228600"/>
                </a:cubicBezTo>
                <a:cubicBezTo>
                  <a:pt x="485775" y="102334"/>
                  <a:pt x="383441" y="0"/>
                  <a:pt x="257175" y="0"/>
                </a:cubicBezTo>
                <a:cubicBezTo>
                  <a:pt x="180648" y="0"/>
                  <a:pt x="112961" y="37594"/>
                  <a:pt x="71438" y="95280"/>
                </a:cubicBezTo>
                <a:lnTo>
                  <a:pt x="71438" y="71438"/>
                </a:lnTo>
                <a:cubicBezTo>
                  <a:pt x="71438" y="55632"/>
                  <a:pt x="58668" y="42863"/>
                  <a:pt x="42863" y="42863"/>
                </a:cubicBezTo>
                <a:cubicBezTo>
                  <a:pt x="27057" y="42863"/>
                  <a:pt x="14288" y="55632"/>
                  <a:pt x="14288" y="71438"/>
                </a:cubicBezTo>
                <a:lnTo>
                  <a:pt x="14288" y="171450"/>
                </a:lnTo>
                <a:cubicBezTo>
                  <a:pt x="14288" y="187256"/>
                  <a:pt x="27057" y="200025"/>
                  <a:pt x="42863" y="200025"/>
                </a:cubicBezTo>
                <a:lnTo>
                  <a:pt x="64830" y="200025"/>
                </a:lnTo>
                <a:cubicBezTo>
                  <a:pt x="65276" y="200025"/>
                  <a:pt x="65723" y="200025"/>
                  <a:pt x="66169" y="200025"/>
                </a:cubicBezTo>
                <a:lnTo>
                  <a:pt x="142964" y="200025"/>
                </a:lnTo>
                <a:cubicBezTo>
                  <a:pt x="158770" y="200025"/>
                  <a:pt x="171539" y="187256"/>
                  <a:pt x="171539" y="171450"/>
                </a:cubicBezTo>
                <a:cubicBezTo>
                  <a:pt x="171539" y="155644"/>
                  <a:pt x="158770" y="142875"/>
                  <a:pt x="142964" y="142875"/>
                </a:cubicBezTo>
                <a:lnTo>
                  <a:pt x="108764" y="142875"/>
                </a:lnTo>
                <a:cubicBezTo>
                  <a:pt x="138321" y="91619"/>
                  <a:pt x="193774" y="57150"/>
                  <a:pt x="257175" y="57150"/>
                </a:cubicBezTo>
                <a:close/>
                <a:moveTo>
                  <a:pt x="278606" y="135731"/>
                </a:moveTo>
                <a:cubicBezTo>
                  <a:pt x="278606" y="123855"/>
                  <a:pt x="269051" y="114300"/>
                  <a:pt x="257175" y="114300"/>
                </a:cubicBezTo>
                <a:cubicBezTo>
                  <a:pt x="245299" y="114300"/>
                  <a:pt x="235744" y="123855"/>
                  <a:pt x="235744" y="135731"/>
                </a:cubicBezTo>
                <a:lnTo>
                  <a:pt x="235744" y="228600"/>
                </a:lnTo>
                <a:cubicBezTo>
                  <a:pt x="235744" y="234315"/>
                  <a:pt x="237976" y="239762"/>
                  <a:pt x="241995" y="243780"/>
                </a:cubicBezTo>
                <a:lnTo>
                  <a:pt x="306288" y="308074"/>
                </a:lnTo>
                <a:cubicBezTo>
                  <a:pt x="314682" y="316468"/>
                  <a:pt x="328255" y="316468"/>
                  <a:pt x="336560" y="308074"/>
                </a:cubicBezTo>
                <a:cubicBezTo>
                  <a:pt x="344865" y="299680"/>
                  <a:pt x="344954" y="286107"/>
                  <a:pt x="336560" y="277803"/>
                </a:cubicBezTo>
                <a:lnTo>
                  <a:pt x="278517" y="219760"/>
                </a:lnTo>
                <a:lnTo>
                  <a:pt x="278517" y="13573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651000" y="2603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Historia zapisów i anulowań ze statusem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425" y="3492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6171" y="0"/>
                </a:moveTo>
                <a:cubicBezTo>
                  <a:pt x="54650" y="0"/>
                  <a:pt x="29021" y="25628"/>
                  <a:pt x="29021" y="57150"/>
                </a:cubicBezTo>
                <a:lnTo>
                  <a:pt x="29021" y="400050"/>
                </a:lnTo>
                <a:cubicBezTo>
                  <a:pt x="29021" y="431572"/>
                  <a:pt x="54650" y="457200"/>
                  <a:pt x="86171" y="457200"/>
                </a:cubicBezTo>
                <a:lnTo>
                  <a:pt x="314771" y="457200"/>
                </a:lnTo>
                <a:cubicBezTo>
                  <a:pt x="346293" y="457200"/>
                  <a:pt x="371921" y="431572"/>
                  <a:pt x="371921" y="400050"/>
                </a:cubicBezTo>
                <a:lnTo>
                  <a:pt x="371921" y="314325"/>
                </a:lnTo>
                <a:lnTo>
                  <a:pt x="441662" y="314325"/>
                </a:lnTo>
                <a:lnTo>
                  <a:pt x="413980" y="342007"/>
                </a:lnTo>
                <a:cubicBezTo>
                  <a:pt x="405586" y="350401"/>
                  <a:pt x="405586" y="363974"/>
                  <a:pt x="413980" y="372279"/>
                </a:cubicBezTo>
                <a:cubicBezTo>
                  <a:pt x="422374" y="380583"/>
                  <a:pt x="435947" y="380673"/>
                  <a:pt x="444252" y="372279"/>
                </a:cubicBezTo>
                <a:lnTo>
                  <a:pt x="508546" y="307985"/>
                </a:lnTo>
                <a:cubicBezTo>
                  <a:pt x="516940" y="299591"/>
                  <a:pt x="516940" y="286018"/>
                  <a:pt x="508546" y="277713"/>
                </a:cubicBezTo>
                <a:lnTo>
                  <a:pt x="444252" y="213420"/>
                </a:lnTo>
                <a:cubicBezTo>
                  <a:pt x="435858" y="205026"/>
                  <a:pt x="422285" y="205026"/>
                  <a:pt x="413980" y="213420"/>
                </a:cubicBezTo>
                <a:cubicBezTo>
                  <a:pt x="405676" y="221813"/>
                  <a:pt x="405586" y="235387"/>
                  <a:pt x="413980" y="243691"/>
                </a:cubicBezTo>
                <a:lnTo>
                  <a:pt x="441662" y="271373"/>
                </a:lnTo>
                <a:lnTo>
                  <a:pt x="371921" y="271373"/>
                </a:lnTo>
                <a:lnTo>
                  <a:pt x="371921" y="152162"/>
                </a:lnTo>
                <a:cubicBezTo>
                  <a:pt x="371921" y="136981"/>
                  <a:pt x="365939" y="122426"/>
                  <a:pt x="355223" y="111710"/>
                </a:cubicBezTo>
                <a:lnTo>
                  <a:pt x="260033" y="16699"/>
                </a:lnTo>
                <a:cubicBezTo>
                  <a:pt x="249317" y="5983"/>
                  <a:pt x="234851" y="0"/>
                  <a:pt x="219670" y="0"/>
                </a:cubicBezTo>
                <a:lnTo>
                  <a:pt x="86171" y="0"/>
                </a:lnTo>
                <a:close/>
                <a:moveTo>
                  <a:pt x="319683" y="157163"/>
                </a:moveTo>
                <a:lnTo>
                  <a:pt x="236190" y="157163"/>
                </a:lnTo>
                <a:cubicBezTo>
                  <a:pt x="224314" y="157163"/>
                  <a:pt x="214759" y="147608"/>
                  <a:pt x="214759" y="135731"/>
                </a:cubicBezTo>
                <a:lnTo>
                  <a:pt x="214759" y="52239"/>
                </a:lnTo>
                <a:lnTo>
                  <a:pt x="319683" y="157163"/>
                </a:lnTo>
                <a:close/>
                <a:moveTo>
                  <a:pt x="200471" y="292894"/>
                </a:moveTo>
                <a:cubicBezTo>
                  <a:pt x="200471" y="281017"/>
                  <a:pt x="210026" y="271463"/>
                  <a:pt x="221903" y="271463"/>
                </a:cubicBezTo>
                <a:lnTo>
                  <a:pt x="314771" y="271463"/>
                </a:lnTo>
                <a:lnTo>
                  <a:pt x="314771" y="314325"/>
                </a:lnTo>
                <a:lnTo>
                  <a:pt x="221903" y="314325"/>
                </a:lnTo>
                <a:cubicBezTo>
                  <a:pt x="210026" y="314325"/>
                  <a:pt x="200471" y="304770"/>
                  <a:pt x="200471" y="292894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651000" y="34290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Eksport listy uczestników do CSV / PDF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4575" y="4318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651000" y="4254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Powiadomienia o braku wolnych miejsc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14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144214" y="151715"/>
                </a:moveTo>
                <a:cubicBezTo>
                  <a:pt x="133320" y="147072"/>
                  <a:pt x="120729" y="152073"/>
                  <a:pt x="116086" y="162967"/>
                </a:cubicBezTo>
                <a:cubicBezTo>
                  <a:pt x="111443" y="173861"/>
                  <a:pt x="116443" y="186452"/>
                  <a:pt x="127337" y="191095"/>
                </a:cubicBezTo>
                <a:lnTo>
                  <a:pt x="137964" y="195649"/>
                </a:lnTo>
                <a:cubicBezTo>
                  <a:pt x="153412" y="202257"/>
                  <a:pt x="169396" y="207169"/>
                  <a:pt x="185827" y="210205"/>
                </a:cubicBezTo>
                <a:lnTo>
                  <a:pt x="185827" y="254943"/>
                </a:lnTo>
                <a:cubicBezTo>
                  <a:pt x="185827" y="258782"/>
                  <a:pt x="185202" y="262622"/>
                  <a:pt x="183952" y="266194"/>
                </a:cubicBezTo>
                <a:lnTo>
                  <a:pt x="158323" y="343079"/>
                </a:lnTo>
                <a:cubicBezTo>
                  <a:pt x="154573" y="354330"/>
                  <a:pt x="160645" y="366474"/>
                  <a:pt x="171896" y="370225"/>
                </a:cubicBezTo>
                <a:cubicBezTo>
                  <a:pt x="183148" y="373975"/>
                  <a:pt x="195292" y="367903"/>
                  <a:pt x="199043" y="356652"/>
                </a:cubicBezTo>
                <a:lnTo>
                  <a:pt x="220831" y="291286"/>
                </a:lnTo>
                <a:cubicBezTo>
                  <a:pt x="221992" y="287893"/>
                  <a:pt x="225117" y="285571"/>
                  <a:pt x="228689" y="285571"/>
                </a:cubicBezTo>
                <a:cubicBezTo>
                  <a:pt x="232261" y="285571"/>
                  <a:pt x="235476" y="287893"/>
                  <a:pt x="236547" y="291286"/>
                </a:cubicBezTo>
                <a:lnTo>
                  <a:pt x="258336" y="356652"/>
                </a:lnTo>
                <a:cubicBezTo>
                  <a:pt x="262086" y="367903"/>
                  <a:pt x="274231" y="373975"/>
                  <a:pt x="285482" y="370225"/>
                </a:cubicBezTo>
                <a:cubicBezTo>
                  <a:pt x="296734" y="366474"/>
                  <a:pt x="302716" y="354509"/>
                  <a:pt x="298966" y="343257"/>
                </a:cubicBezTo>
                <a:lnTo>
                  <a:pt x="273338" y="266373"/>
                </a:lnTo>
                <a:cubicBezTo>
                  <a:pt x="272088" y="262711"/>
                  <a:pt x="271463" y="258961"/>
                  <a:pt x="271463" y="255121"/>
                </a:cubicBezTo>
                <a:lnTo>
                  <a:pt x="271463" y="210383"/>
                </a:lnTo>
                <a:cubicBezTo>
                  <a:pt x="287893" y="207258"/>
                  <a:pt x="303877" y="202436"/>
                  <a:pt x="319326" y="195828"/>
                </a:cubicBezTo>
                <a:lnTo>
                  <a:pt x="329952" y="191274"/>
                </a:lnTo>
                <a:cubicBezTo>
                  <a:pt x="340846" y="186630"/>
                  <a:pt x="345847" y="174040"/>
                  <a:pt x="341203" y="163145"/>
                </a:cubicBezTo>
                <a:cubicBezTo>
                  <a:pt x="336560" y="152251"/>
                  <a:pt x="323969" y="147251"/>
                  <a:pt x="313075" y="151894"/>
                </a:cubicBezTo>
                <a:lnTo>
                  <a:pt x="302449" y="156270"/>
                </a:lnTo>
                <a:cubicBezTo>
                  <a:pt x="279142" y="166271"/>
                  <a:pt x="254050" y="171450"/>
                  <a:pt x="228600" y="171450"/>
                </a:cubicBezTo>
                <a:cubicBezTo>
                  <a:pt x="203150" y="171450"/>
                  <a:pt x="178147" y="166271"/>
                  <a:pt x="154751" y="156270"/>
                </a:cubicBezTo>
                <a:lnTo>
                  <a:pt x="144125" y="151715"/>
                </a:lnTo>
                <a:close/>
                <a:moveTo>
                  <a:pt x="228600" y="142875"/>
                </a:moveTo>
                <a:cubicBezTo>
                  <a:pt x="248314" y="142875"/>
                  <a:pt x="264319" y="126870"/>
                  <a:pt x="264319" y="107156"/>
                </a:cubicBezTo>
                <a:cubicBezTo>
                  <a:pt x="264319" y="87443"/>
                  <a:pt x="248314" y="71438"/>
                  <a:pt x="228600" y="71438"/>
                </a:cubicBezTo>
                <a:cubicBezTo>
                  <a:pt x="208886" y="71438"/>
                  <a:pt x="192881" y="87443"/>
                  <a:pt x="192881" y="107156"/>
                </a:cubicBezTo>
                <a:cubicBezTo>
                  <a:pt x="192881" y="126870"/>
                  <a:pt x="208886" y="142875"/>
                  <a:pt x="228600" y="14287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651000" y="50800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Bootstrap + wygląd zgodny z WCAG 2.1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87425" y="596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7557" y="214313"/>
                </a:moveTo>
                <a:lnTo>
                  <a:pt x="300395" y="214313"/>
                </a:lnTo>
                <a:cubicBezTo>
                  <a:pt x="284589" y="214313"/>
                  <a:pt x="271820" y="201543"/>
                  <a:pt x="271820" y="185738"/>
                </a:cubicBezTo>
                <a:lnTo>
                  <a:pt x="271820" y="28575"/>
                </a:lnTo>
                <a:cubicBezTo>
                  <a:pt x="271820" y="12769"/>
                  <a:pt x="284678" y="-179"/>
                  <a:pt x="300305" y="1875"/>
                </a:cubicBezTo>
                <a:cubicBezTo>
                  <a:pt x="395853" y="14555"/>
                  <a:pt x="471577" y="90279"/>
                  <a:pt x="484257" y="185827"/>
                </a:cubicBezTo>
                <a:cubicBezTo>
                  <a:pt x="486311" y="201454"/>
                  <a:pt x="473363" y="214313"/>
                  <a:pt x="457557" y="214313"/>
                </a:cubicBezTo>
                <a:close/>
                <a:moveTo>
                  <a:pt x="198775" y="33218"/>
                </a:moveTo>
                <a:cubicBezTo>
                  <a:pt x="214938" y="29825"/>
                  <a:pt x="228957" y="43041"/>
                  <a:pt x="228957" y="59561"/>
                </a:cubicBezTo>
                <a:lnTo>
                  <a:pt x="228957" y="235744"/>
                </a:lnTo>
                <a:cubicBezTo>
                  <a:pt x="228957" y="240744"/>
                  <a:pt x="230743" y="245566"/>
                  <a:pt x="233869" y="249406"/>
                </a:cubicBezTo>
                <a:lnTo>
                  <a:pt x="351830" y="391745"/>
                </a:lnTo>
                <a:cubicBezTo>
                  <a:pt x="362277" y="404336"/>
                  <a:pt x="360045" y="423356"/>
                  <a:pt x="345668" y="431125"/>
                </a:cubicBezTo>
                <a:cubicBezTo>
                  <a:pt x="315218" y="447735"/>
                  <a:pt x="280303" y="457200"/>
                  <a:pt x="243245" y="457200"/>
                </a:cubicBezTo>
                <a:cubicBezTo>
                  <a:pt x="124926" y="457200"/>
                  <a:pt x="28932" y="361206"/>
                  <a:pt x="28932" y="242888"/>
                </a:cubicBezTo>
                <a:cubicBezTo>
                  <a:pt x="28932" y="139750"/>
                  <a:pt x="101709" y="53667"/>
                  <a:pt x="198775" y="33218"/>
                </a:cubicBezTo>
                <a:close/>
                <a:moveTo>
                  <a:pt x="426660" y="257175"/>
                </a:moveTo>
                <a:lnTo>
                  <a:pt x="483810" y="257175"/>
                </a:lnTo>
                <a:cubicBezTo>
                  <a:pt x="500330" y="257175"/>
                  <a:pt x="513546" y="271195"/>
                  <a:pt x="510153" y="287357"/>
                </a:cubicBezTo>
                <a:cubicBezTo>
                  <a:pt x="501045" y="330577"/>
                  <a:pt x="478899" y="368975"/>
                  <a:pt x="448002" y="398264"/>
                </a:cubicBezTo>
                <a:cubicBezTo>
                  <a:pt x="437019" y="408712"/>
                  <a:pt x="419785" y="406479"/>
                  <a:pt x="410141" y="394781"/>
                </a:cubicBezTo>
                <a:lnTo>
                  <a:pt x="334774" y="303967"/>
                </a:lnTo>
                <a:cubicBezTo>
                  <a:pt x="319326" y="285304"/>
                  <a:pt x="332631" y="257175"/>
                  <a:pt x="356741" y="257175"/>
                </a:cubicBezTo>
                <a:lnTo>
                  <a:pt x="426571" y="257175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651000" y="59055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Widok statystyk aktywności użytkownika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ARCHITEKTURA DANYCH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5334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Encja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Kluczowe pola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Opis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id, imię, nazwisko, login, hasło, rola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Użytkownicy systemu + Spring Security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roles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id, nazwa_roli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ADMIN, LIMITED_USER, FULL_USER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courses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id, nazwa, data, limit, kategoria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Dane kursów i dostępność miejsc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categories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id, nazwa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Kategorie kursów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enrollments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id, user, course, data, status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Zapisy: AKTYWNY / ANULOWANY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teachers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id, imię, nazwisko, email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Prowadzący kursów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shared_items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id, owner, target, course, token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Udostępnione kursy i zapisy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OPERACJE CRUD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342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044575" y="1905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Użytkownik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Rejestracja, lista użytkowników, edycja danych, zarządzanie rolami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651000"/>
            <a:ext cx="342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854575" y="1905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826000" y="2540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6000" y="2984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kursów, filtrowanie, sortowanie, zarządzanie limitami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651000"/>
            <a:ext cx="342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8693150" y="1905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142875" y="228600"/>
                </a:moveTo>
                <a:cubicBezTo>
                  <a:pt x="142875" y="240476"/>
                  <a:pt x="152430" y="250031"/>
                  <a:pt x="164306" y="250031"/>
                </a:cubicBezTo>
                <a:lnTo>
                  <a:pt x="264319" y="250031"/>
                </a:lnTo>
                <a:cubicBezTo>
                  <a:pt x="276195" y="250031"/>
                  <a:pt x="285750" y="240476"/>
                  <a:pt x="285750" y="228600"/>
                </a:cubicBezTo>
                <a:cubicBezTo>
                  <a:pt x="285750" y="216724"/>
                  <a:pt x="276195" y="207169"/>
                  <a:pt x="264319" y="207169"/>
                </a:cubicBezTo>
                <a:lnTo>
                  <a:pt x="164306" y="207169"/>
                </a:lnTo>
                <a:cubicBezTo>
                  <a:pt x="152430" y="207169"/>
                  <a:pt x="142875" y="216724"/>
                  <a:pt x="142875" y="228600"/>
                </a:cubicBezTo>
                <a:close/>
                <a:moveTo>
                  <a:pt x="142875" y="342900"/>
                </a:moveTo>
                <a:cubicBezTo>
                  <a:pt x="142875" y="354776"/>
                  <a:pt x="152430" y="364331"/>
                  <a:pt x="164306" y="364331"/>
                </a:cubicBezTo>
                <a:lnTo>
                  <a:pt x="264319" y="364331"/>
                </a:lnTo>
                <a:cubicBezTo>
                  <a:pt x="276195" y="364331"/>
                  <a:pt x="285750" y="354776"/>
                  <a:pt x="285750" y="342900"/>
                </a:cubicBezTo>
                <a:cubicBezTo>
                  <a:pt x="285750" y="331024"/>
                  <a:pt x="276195" y="321469"/>
                  <a:pt x="264319" y="321469"/>
                </a:cubicBezTo>
                <a:lnTo>
                  <a:pt x="164306" y="321469"/>
                </a:lnTo>
                <a:cubicBezTo>
                  <a:pt x="152430" y="321469"/>
                  <a:pt x="142875" y="331024"/>
                  <a:pt x="142875" y="342900"/>
                </a:cubicBezTo>
                <a:close/>
                <a:moveTo>
                  <a:pt x="85725" y="371475"/>
                </a:moveTo>
                <a:cubicBezTo>
                  <a:pt x="101496" y="371475"/>
                  <a:pt x="114300" y="358671"/>
                  <a:pt x="114300" y="342900"/>
                </a:cubicBezTo>
                <a:cubicBezTo>
                  <a:pt x="114300" y="327129"/>
                  <a:pt x="101496" y="314325"/>
                  <a:pt x="85725" y="314325"/>
                </a:cubicBezTo>
                <a:cubicBezTo>
                  <a:pt x="69954" y="314325"/>
                  <a:pt x="57150" y="327129"/>
                  <a:pt x="57150" y="342900"/>
                </a:cubicBezTo>
                <a:cubicBezTo>
                  <a:pt x="57150" y="358671"/>
                  <a:pt x="69954" y="371475"/>
                  <a:pt x="85725" y="37147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8636000" y="2540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Zapis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2984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Tworzenie, anulowanie, status, lista zapisów i uczestników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192000" y="1651000"/>
            <a:ext cx="342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12417425" y="1905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58259" y="34915"/>
                </a:moveTo>
                <a:lnTo>
                  <a:pt x="490597" y="169128"/>
                </a:lnTo>
                <a:cubicBezTo>
                  <a:pt x="515332" y="194221"/>
                  <a:pt x="515332" y="234404"/>
                  <a:pt x="490597" y="259497"/>
                </a:cubicBezTo>
                <a:lnTo>
                  <a:pt x="350937" y="400854"/>
                </a:lnTo>
                <a:cubicBezTo>
                  <a:pt x="342632" y="409248"/>
                  <a:pt x="329059" y="409337"/>
                  <a:pt x="320665" y="401032"/>
                </a:cubicBezTo>
                <a:cubicBezTo>
                  <a:pt x="312271" y="392728"/>
                  <a:pt x="312182" y="379155"/>
                  <a:pt x="320486" y="370761"/>
                </a:cubicBezTo>
                <a:lnTo>
                  <a:pt x="460147" y="229314"/>
                </a:lnTo>
                <a:cubicBezTo>
                  <a:pt x="468362" y="221010"/>
                  <a:pt x="468362" y="207526"/>
                  <a:pt x="460147" y="199221"/>
                </a:cubicBezTo>
                <a:lnTo>
                  <a:pt x="327720" y="65097"/>
                </a:lnTo>
                <a:cubicBezTo>
                  <a:pt x="319415" y="56704"/>
                  <a:pt x="319504" y="43130"/>
                  <a:pt x="327898" y="34826"/>
                </a:cubicBezTo>
                <a:cubicBezTo>
                  <a:pt x="336292" y="26521"/>
                  <a:pt x="349865" y="26610"/>
                  <a:pt x="358170" y="35004"/>
                </a:cubicBezTo>
                <a:close/>
                <a:moveTo>
                  <a:pt x="28664" y="204936"/>
                </a:moveTo>
                <a:lnTo>
                  <a:pt x="28664" y="85725"/>
                </a:lnTo>
                <a:cubicBezTo>
                  <a:pt x="28664" y="54203"/>
                  <a:pt x="54293" y="28575"/>
                  <a:pt x="85814" y="28575"/>
                </a:cubicBezTo>
                <a:lnTo>
                  <a:pt x="205026" y="28575"/>
                </a:lnTo>
                <a:cubicBezTo>
                  <a:pt x="220206" y="28575"/>
                  <a:pt x="234761" y="34558"/>
                  <a:pt x="245477" y="45274"/>
                </a:cubicBezTo>
                <a:lnTo>
                  <a:pt x="374065" y="173861"/>
                </a:lnTo>
                <a:cubicBezTo>
                  <a:pt x="396389" y="196185"/>
                  <a:pt x="396389" y="232350"/>
                  <a:pt x="374065" y="254675"/>
                </a:cubicBezTo>
                <a:lnTo>
                  <a:pt x="254853" y="373886"/>
                </a:lnTo>
                <a:cubicBezTo>
                  <a:pt x="232529" y="396210"/>
                  <a:pt x="196364" y="396210"/>
                  <a:pt x="174040" y="373886"/>
                </a:cubicBezTo>
                <a:lnTo>
                  <a:pt x="45452" y="245299"/>
                </a:lnTo>
                <a:cubicBezTo>
                  <a:pt x="34736" y="234583"/>
                  <a:pt x="28754" y="220027"/>
                  <a:pt x="28754" y="204847"/>
                </a:cubicBezTo>
                <a:close/>
                <a:moveTo>
                  <a:pt x="157252" y="128588"/>
                </a:moveTo>
                <a:cubicBezTo>
                  <a:pt x="157252" y="112817"/>
                  <a:pt x="144448" y="100013"/>
                  <a:pt x="128677" y="100013"/>
                </a:cubicBezTo>
                <a:cubicBezTo>
                  <a:pt x="112906" y="100013"/>
                  <a:pt x="100102" y="112817"/>
                  <a:pt x="100102" y="128588"/>
                </a:cubicBezTo>
                <a:cubicBezTo>
                  <a:pt x="100102" y="144358"/>
                  <a:pt x="112906" y="157163"/>
                  <a:pt x="128677" y="157163"/>
                </a:cubicBezTo>
                <a:cubicBezTo>
                  <a:pt x="144448" y="157163"/>
                  <a:pt x="157252" y="144358"/>
                  <a:pt x="157252" y="128588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2446000" y="2540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Kategoria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46000" y="2984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+ walidacja nazwy przez REST API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77000" y="5207000"/>
            <a:ext cx="3429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6673850" y="5461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14300" y="85725"/>
                </a:moveTo>
                <a:cubicBezTo>
                  <a:pt x="114300" y="54203"/>
                  <a:pt x="139928" y="28575"/>
                  <a:pt x="171450" y="28575"/>
                </a:cubicBezTo>
                <a:lnTo>
                  <a:pt x="485775" y="28575"/>
                </a:lnTo>
                <a:cubicBezTo>
                  <a:pt x="517297" y="28575"/>
                  <a:pt x="542925" y="54203"/>
                  <a:pt x="542925" y="85725"/>
                </a:cubicBezTo>
                <a:lnTo>
                  <a:pt x="542925" y="300038"/>
                </a:lnTo>
                <a:lnTo>
                  <a:pt x="457200" y="300038"/>
                </a:lnTo>
                <a:lnTo>
                  <a:pt x="457200" y="285750"/>
                </a:lnTo>
                <a:cubicBezTo>
                  <a:pt x="457200" y="269944"/>
                  <a:pt x="444431" y="257175"/>
                  <a:pt x="428625" y="257175"/>
                </a:cubicBezTo>
                <a:lnTo>
                  <a:pt x="371475" y="257175"/>
                </a:lnTo>
                <a:cubicBezTo>
                  <a:pt x="355669" y="257175"/>
                  <a:pt x="342900" y="269944"/>
                  <a:pt x="342900" y="285750"/>
                </a:cubicBezTo>
                <a:lnTo>
                  <a:pt x="342900" y="300038"/>
                </a:lnTo>
                <a:lnTo>
                  <a:pt x="227618" y="300038"/>
                </a:lnTo>
                <a:cubicBezTo>
                  <a:pt x="237351" y="283250"/>
                  <a:pt x="242888" y="263694"/>
                  <a:pt x="242888" y="242888"/>
                </a:cubicBezTo>
                <a:cubicBezTo>
                  <a:pt x="242888" y="179755"/>
                  <a:pt x="191720" y="128588"/>
                  <a:pt x="128588" y="128588"/>
                </a:cubicBezTo>
                <a:cubicBezTo>
                  <a:pt x="123765" y="128588"/>
                  <a:pt x="118943" y="128855"/>
                  <a:pt x="114300" y="129480"/>
                </a:cubicBezTo>
                <a:lnTo>
                  <a:pt x="114300" y="85725"/>
                </a:lnTo>
                <a:close/>
                <a:moveTo>
                  <a:pt x="297359" y="400050"/>
                </a:moveTo>
                <a:cubicBezTo>
                  <a:pt x="292804" y="378440"/>
                  <a:pt x="282803" y="358884"/>
                  <a:pt x="268694" y="342900"/>
                </a:cubicBezTo>
                <a:lnTo>
                  <a:pt x="542925" y="342900"/>
                </a:lnTo>
                <a:cubicBezTo>
                  <a:pt x="542925" y="374422"/>
                  <a:pt x="517297" y="400050"/>
                  <a:pt x="485775" y="400050"/>
                </a:cubicBezTo>
                <a:lnTo>
                  <a:pt x="297359" y="400050"/>
                </a:lnTo>
                <a:close/>
                <a:moveTo>
                  <a:pt x="57150" y="242888"/>
                </a:moveTo>
                <a:cubicBezTo>
                  <a:pt x="57150" y="203460"/>
                  <a:pt x="89160" y="171450"/>
                  <a:pt x="128587" y="171450"/>
                </a:cubicBezTo>
                <a:cubicBezTo>
                  <a:pt x="168015" y="171450"/>
                  <a:pt x="200025" y="203460"/>
                  <a:pt x="200025" y="242888"/>
                </a:cubicBezTo>
                <a:cubicBezTo>
                  <a:pt x="200025" y="282315"/>
                  <a:pt x="168015" y="314325"/>
                  <a:pt x="128588" y="314325"/>
                </a:cubicBezTo>
                <a:cubicBezTo>
                  <a:pt x="89160" y="314325"/>
                  <a:pt x="57150" y="282315"/>
                  <a:pt x="57150" y="242888"/>
                </a:cubicBezTo>
                <a:close/>
                <a:moveTo>
                  <a:pt x="0" y="428625"/>
                </a:moveTo>
                <a:cubicBezTo>
                  <a:pt x="0" y="381298"/>
                  <a:pt x="38398" y="342900"/>
                  <a:pt x="85725" y="342900"/>
                </a:cubicBezTo>
                <a:lnTo>
                  <a:pt x="171450" y="342900"/>
                </a:lnTo>
                <a:cubicBezTo>
                  <a:pt x="218777" y="342900"/>
                  <a:pt x="257175" y="381298"/>
                  <a:pt x="257175" y="428625"/>
                </a:cubicBezTo>
                <a:cubicBezTo>
                  <a:pt x="257175" y="444431"/>
                  <a:pt x="244406" y="457200"/>
                  <a:pt x="228600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6731000" y="6096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Prowadzący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0" y="65405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prowadzących i przypisywanie do kursów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FUNKCJONALNOŚCI WEDŁUG RÓL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4699000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Niezalogowany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469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Strona powitalna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Rejestracja z walidacją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Publiczna lista kursów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Informacje udostępnione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524000"/>
            <a:ext cx="4699000" cy="571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778500" y="15240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User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78500" y="2286000"/>
            <a:ext cx="4699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Zapisy i anulowanie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Nowe kategorie kursów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Udostępnianie kursów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Sortowanie i filtrowanie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Sesja z roboczymi zmianami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1524000"/>
            <a:ext cx="4699000" cy="571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0795000" y="15240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0" y="2286000"/>
            <a:ext cx="469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Lista użytkowników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Zarządzanie rolami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CRUD kursów i kategorii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Zarządzanie prowadzącymi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SESJA, CIASTECZKA, SECURITY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1016000" y="1968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69850" y="69850"/>
                </a:moveTo>
                <a:cubicBezTo>
                  <a:pt x="31323" y="69850"/>
                  <a:pt x="0" y="101173"/>
                  <a:pt x="0" y="139700"/>
                </a:cubicBezTo>
                <a:lnTo>
                  <a:pt x="0" y="147776"/>
                </a:lnTo>
                <a:cubicBezTo>
                  <a:pt x="0" y="155198"/>
                  <a:pt x="4802" y="161528"/>
                  <a:pt x="11023" y="165566"/>
                </a:cubicBezTo>
                <a:cubicBezTo>
                  <a:pt x="25430" y="174952"/>
                  <a:pt x="34925" y="191105"/>
                  <a:pt x="34925" y="209550"/>
                </a:cubicBezTo>
                <a:cubicBezTo>
                  <a:pt x="34925" y="227995"/>
                  <a:pt x="25430" y="244148"/>
                  <a:pt x="11023" y="253534"/>
                </a:cubicBezTo>
                <a:cubicBezTo>
                  <a:pt x="4802" y="257572"/>
                  <a:pt x="0" y="263902"/>
                  <a:pt x="0" y="271324"/>
                </a:cubicBezTo>
                <a:lnTo>
                  <a:pt x="0" y="331788"/>
                </a:lnTo>
                <a:lnTo>
                  <a:pt x="558800" y="331788"/>
                </a:lnTo>
                <a:lnTo>
                  <a:pt x="558800" y="271324"/>
                </a:lnTo>
                <a:cubicBezTo>
                  <a:pt x="558800" y="263902"/>
                  <a:pt x="553998" y="257572"/>
                  <a:pt x="547777" y="253534"/>
                </a:cubicBezTo>
                <a:cubicBezTo>
                  <a:pt x="533370" y="244148"/>
                  <a:pt x="523875" y="227995"/>
                  <a:pt x="523875" y="209550"/>
                </a:cubicBezTo>
                <a:cubicBezTo>
                  <a:pt x="523875" y="191105"/>
                  <a:pt x="533370" y="174952"/>
                  <a:pt x="547777" y="165566"/>
                </a:cubicBezTo>
                <a:cubicBezTo>
                  <a:pt x="553998" y="161528"/>
                  <a:pt x="558800" y="155198"/>
                  <a:pt x="558800" y="147776"/>
                </a:cubicBezTo>
                <a:lnTo>
                  <a:pt x="558800" y="139700"/>
                </a:lnTo>
                <a:cubicBezTo>
                  <a:pt x="558800" y="101173"/>
                  <a:pt x="527477" y="69850"/>
                  <a:pt x="488950" y="69850"/>
                </a:cubicBezTo>
                <a:lnTo>
                  <a:pt x="69850" y="69850"/>
                </a:lnTo>
                <a:close/>
                <a:moveTo>
                  <a:pt x="558800" y="454025"/>
                </a:moveTo>
                <a:lnTo>
                  <a:pt x="558800" y="384175"/>
                </a:lnTo>
                <a:lnTo>
                  <a:pt x="0" y="384175"/>
                </a:lnTo>
                <a:lnTo>
                  <a:pt x="0" y="454025"/>
                </a:lnTo>
                <a:cubicBezTo>
                  <a:pt x="0" y="473343"/>
                  <a:pt x="15607" y="488950"/>
                  <a:pt x="34925" y="488950"/>
                </a:cubicBezTo>
                <a:lnTo>
                  <a:pt x="104775" y="488950"/>
                </a:lnTo>
                <a:lnTo>
                  <a:pt x="104775" y="462756"/>
                </a:lnTo>
                <a:cubicBezTo>
                  <a:pt x="104775" y="448241"/>
                  <a:pt x="116453" y="436563"/>
                  <a:pt x="130969" y="436563"/>
                </a:cubicBezTo>
                <a:cubicBezTo>
                  <a:pt x="145484" y="436563"/>
                  <a:pt x="157163" y="448241"/>
                  <a:pt x="157163" y="462756"/>
                </a:cubicBezTo>
                <a:lnTo>
                  <a:pt x="157163" y="488950"/>
                </a:lnTo>
                <a:lnTo>
                  <a:pt x="253206" y="488950"/>
                </a:lnTo>
                <a:lnTo>
                  <a:pt x="253206" y="462756"/>
                </a:lnTo>
                <a:cubicBezTo>
                  <a:pt x="253206" y="448241"/>
                  <a:pt x="264884" y="436563"/>
                  <a:pt x="279400" y="436563"/>
                </a:cubicBezTo>
                <a:cubicBezTo>
                  <a:pt x="293916" y="436563"/>
                  <a:pt x="305594" y="448241"/>
                  <a:pt x="305594" y="462756"/>
                </a:cubicBezTo>
                <a:lnTo>
                  <a:pt x="305594" y="488950"/>
                </a:lnTo>
                <a:lnTo>
                  <a:pt x="401637" y="488950"/>
                </a:lnTo>
                <a:lnTo>
                  <a:pt x="401637" y="462756"/>
                </a:lnTo>
                <a:cubicBezTo>
                  <a:pt x="401637" y="448241"/>
                  <a:pt x="413316" y="436563"/>
                  <a:pt x="427831" y="436563"/>
                </a:cubicBezTo>
                <a:cubicBezTo>
                  <a:pt x="442347" y="436563"/>
                  <a:pt x="454025" y="448241"/>
                  <a:pt x="454025" y="462756"/>
                </a:cubicBezTo>
                <a:lnTo>
                  <a:pt x="454025" y="488950"/>
                </a:lnTo>
                <a:lnTo>
                  <a:pt x="523875" y="488950"/>
                </a:lnTo>
                <a:cubicBezTo>
                  <a:pt x="543193" y="488950"/>
                  <a:pt x="558800" y="473343"/>
                  <a:pt x="558800" y="454025"/>
                </a:cubicBezTo>
                <a:close/>
                <a:moveTo>
                  <a:pt x="174625" y="174625"/>
                </a:moveTo>
                <a:lnTo>
                  <a:pt x="174625" y="244475"/>
                </a:lnTo>
                <a:cubicBezTo>
                  <a:pt x="174625" y="263793"/>
                  <a:pt x="159018" y="279400"/>
                  <a:pt x="139700" y="279400"/>
                </a:cubicBezTo>
                <a:cubicBezTo>
                  <a:pt x="120382" y="279400"/>
                  <a:pt x="104775" y="263793"/>
                  <a:pt x="104775" y="244475"/>
                </a:cubicBezTo>
                <a:lnTo>
                  <a:pt x="104775" y="174625"/>
                </a:lnTo>
                <a:cubicBezTo>
                  <a:pt x="104775" y="155307"/>
                  <a:pt x="120382" y="139700"/>
                  <a:pt x="139700" y="139700"/>
                </a:cubicBezTo>
                <a:cubicBezTo>
                  <a:pt x="159018" y="139700"/>
                  <a:pt x="174625" y="155307"/>
                  <a:pt x="174625" y="174625"/>
                </a:cubicBezTo>
                <a:close/>
                <a:moveTo>
                  <a:pt x="314325" y="174625"/>
                </a:moveTo>
                <a:lnTo>
                  <a:pt x="314325" y="244475"/>
                </a:lnTo>
                <a:cubicBezTo>
                  <a:pt x="314325" y="263793"/>
                  <a:pt x="298718" y="279400"/>
                  <a:pt x="279400" y="279400"/>
                </a:cubicBezTo>
                <a:cubicBezTo>
                  <a:pt x="260082" y="279400"/>
                  <a:pt x="244475" y="263793"/>
                  <a:pt x="244475" y="244475"/>
                </a:cubicBezTo>
                <a:lnTo>
                  <a:pt x="244475" y="174625"/>
                </a:lnTo>
                <a:cubicBezTo>
                  <a:pt x="244475" y="155307"/>
                  <a:pt x="260082" y="139700"/>
                  <a:pt x="279400" y="139700"/>
                </a:cubicBezTo>
                <a:cubicBezTo>
                  <a:pt x="298718" y="139700"/>
                  <a:pt x="314325" y="155307"/>
                  <a:pt x="314325" y="174625"/>
                </a:cubicBezTo>
                <a:close/>
                <a:moveTo>
                  <a:pt x="454025" y="174625"/>
                </a:moveTo>
                <a:lnTo>
                  <a:pt x="454025" y="244475"/>
                </a:lnTo>
                <a:cubicBezTo>
                  <a:pt x="454025" y="263793"/>
                  <a:pt x="438418" y="279400"/>
                  <a:pt x="419100" y="279400"/>
                </a:cubicBezTo>
                <a:cubicBezTo>
                  <a:pt x="399782" y="279400"/>
                  <a:pt x="384175" y="263793"/>
                  <a:pt x="384175" y="244475"/>
                </a:cubicBezTo>
                <a:lnTo>
                  <a:pt x="384175" y="174625"/>
                </a:lnTo>
                <a:cubicBezTo>
                  <a:pt x="384175" y="155307"/>
                  <a:pt x="399782" y="139700"/>
                  <a:pt x="419100" y="139700"/>
                </a:cubicBezTo>
                <a:cubicBezTo>
                  <a:pt x="438418" y="139700"/>
                  <a:pt x="454025" y="155307"/>
                  <a:pt x="454025" y="17462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1016000" y="2730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Sesja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238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Zalogowany użytkownik, tymczasowe zmiany w zapisach, ustawienia filtrowania i sortowania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6510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6032500" y="1968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81037" y="30123"/>
                </a:moveTo>
                <a:cubicBezTo>
                  <a:pt x="280164" y="24229"/>
                  <a:pt x="275689" y="19427"/>
                  <a:pt x="269796" y="18554"/>
                </a:cubicBezTo>
                <a:cubicBezTo>
                  <a:pt x="245676" y="15171"/>
                  <a:pt x="221119" y="19536"/>
                  <a:pt x="199509" y="30996"/>
                </a:cubicBezTo>
                <a:lnTo>
                  <a:pt x="118745" y="74106"/>
                </a:lnTo>
                <a:cubicBezTo>
                  <a:pt x="97244" y="85566"/>
                  <a:pt x="79891" y="103574"/>
                  <a:pt x="69195" y="125512"/>
                </a:cubicBezTo>
                <a:lnTo>
                  <a:pt x="29141" y="208022"/>
                </a:lnTo>
                <a:cubicBezTo>
                  <a:pt x="18445" y="229959"/>
                  <a:pt x="14952" y="254843"/>
                  <a:pt x="19209" y="278854"/>
                </a:cubicBezTo>
                <a:lnTo>
                  <a:pt x="35034" y="369223"/>
                </a:lnTo>
                <a:cubicBezTo>
                  <a:pt x="39291" y="393343"/>
                  <a:pt x="50969" y="415389"/>
                  <a:pt x="68540" y="432415"/>
                </a:cubicBezTo>
                <a:lnTo>
                  <a:pt x="134352" y="496153"/>
                </a:lnTo>
                <a:cubicBezTo>
                  <a:pt x="151924" y="513179"/>
                  <a:pt x="174298" y="524093"/>
                  <a:pt x="198418" y="527477"/>
                </a:cubicBezTo>
                <a:lnTo>
                  <a:pt x="289004" y="540246"/>
                </a:lnTo>
                <a:cubicBezTo>
                  <a:pt x="313124" y="543629"/>
                  <a:pt x="337681" y="539264"/>
                  <a:pt x="359291" y="527804"/>
                </a:cubicBezTo>
                <a:lnTo>
                  <a:pt x="440055" y="484694"/>
                </a:lnTo>
                <a:cubicBezTo>
                  <a:pt x="461556" y="473234"/>
                  <a:pt x="478909" y="455226"/>
                  <a:pt x="489605" y="433179"/>
                </a:cubicBezTo>
                <a:lnTo>
                  <a:pt x="529659" y="350778"/>
                </a:lnTo>
                <a:cubicBezTo>
                  <a:pt x="540355" y="328841"/>
                  <a:pt x="543848" y="303957"/>
                  <a:pt x="539591" y="279946"/>
                </a:cubicBezTo>
                <a:cubicBezTo>
                  <a:pt x="538609" y="274161"/>
                  <a:pt x="533807" y="269796"/>
                  <a:pt x="528022" y="268923"/>
                </a:cubicBezTo>
                <a:cubicBezTo>
                  <a:pt x="471815" y="259973"/>
                  <a:pt x="426740" y="217517"/>
                  <a:pt x="413970" y="162620"/>
                </a:cubicBezTo>
                <a:cubicBezTo>
                  <a:pt x="412006" y="154325"/>
                  <a:pt x="405239" y="147995"/>
                  <a:pt x="396835" y="146685"/>
                </a:cubicBezTo>
                <a:cubicBezTo>
                  <a:pt x="337245" y="137190"/>
                  <a:pt x="290205" y="89932"/>
                  <a:pt x="280928" y="30123"/>
                </a:cubicBezTo>
                <a:close/>
                <a:moveTo>
                  <a:pt x="227013" y="157163"/>
                </a:moveTo>
                <a:cubicBezTo>
                  <a:pt x="246288" y="157163"/>
                  <a:pt x="261938" y="172812"/>
                  <a:pt x="261938" y="192088"/>
                </a:cubicBezTo>
                <a:cubicBezTo>
                  <a:pt x="261938" y="211363"/>
                  <a:pt x="246288" y="227013"/>
                  <a:pt x="227013" y="227013"/>
                </a:cubicBezTo>
                <a:cubicBezTo>
                  <a:pt x="207737" y="227013"/>
                  <a:pt x="192088" y="211363"/>
                  <a:pt x="192088" y="192088"/>
                </a:cubicBezTo>
                <a:cubicBezTo>
                  <a:pt x="192088" y="172812"/>
                  <a:pt x="207737" y="157163"/>
                  <a:pt x="227013" y="157163"/>
                </a:cubicBezTo>
                <a:close/>
                <a:moveTo>
                  <a:pt x="157163" y="366713"/>
                </a:moveTo>
                <a:cubicBezTo>
                  <a:pt x="157163" y="347437"/>
                  <a:pt x="172812" y="331788"/>
                  <a:pt x="192088" y="331788"/>
                </a:cubicBezTo>
                <a:cubicBezTo>
                  <a:pt x="211363" y="331788"/>
                  <a:pt x="227013" y="347437"/>
                  <a:pt x="227013" y="366713"/>
                </a:cubicBezTo>
                <a:cubicBezTo>
                  <a:pt x="227013" y="385988"/>
                  <a:pt x="211363" y="401637"/>
                  <a:pt x="192088" y="401637"/>
                </a:cubicBezTo>
                <a:cubicBezTo>
                  <a:pt x="172812" y="401637"/>
                  <a:pt x="157163" y="385988"/>
                  <a:pt x="157163" y="366713"/>
                </a:cubicBezTo>
                <a:close/>
                <a:moveTo>
                  <a:pt x="401637" y="296863"/>
                </a:moveTo>
                <a:cubicBezTo>
                  <a:pt x="420913" y="296863"/>
                  <a:pt x="436563" y="312512"/>
                  <a:pt x="436563" y="331788"/>
                </a:cubicBezTo>
                <a:cubicBezTo>
                  <a:pt x="436563" y="351063"/>
                  <a:pt x="420913" y="366713"/>
                  <a:pt x="401637" y="366713"/>
                </a:cubicBezTo>
                <a:cubicBezTo>
                  <a:pt x="382362" y="366713"/>
                  <a:pt x="366713" y="351063"/>
                  <a:pt x="366713" y="331788"/>
                </a:cubicBezTo>
                <a:cubicBezTo>
                  <a:pt x="366713" y="312512"/>
                  <a:pt x="382362" y="296863"/>
                  <a:pt x="401637" y="296863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032500" y="2730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Ciasteczka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238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Ostatnie kryterium sortowania i preferencje widoku zapamiętywane między sesjami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651000"/>
            <a:ext cx="4699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11049000" y="1968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cubicBezTo>
                  <a:pt x="284420" y="0"/>
                  <a:pt x="289441" y="1091"/>
                  <a:pt x="294025" y="3165"/>
                </a:cubicBezTo>
                <a:lnTo>
                  <a:pt x="499646" y="90368"/>
                </a:lnTo>
                <a:cubicBezTo>
                  <a:pt x="523657" y="100519"/>
                  <a:pt x="541556" y="124202"/>
                  <a:pt x="541447" y="152797"/>
                </a:cubicBezTo>
                <a:cubicBezTo>
                  <a:pt x="540901" y="261064"/>
                  <a:pt x="496372" y="459155"/>
                  <a:pt x="308322" y="549196"/>
                </a:cubicBezTo>
                <a:cubicBezTo>
                  <a:pt x="290096" y="557927"/>
                  <a:pt x="268923" y="557927"/>
                  <a:pt x="250696" y="549196"/>
                </a:cubicBezTo>
                <a:cubicBezTo>
                  <a:pt x="62538" y="459155"/>
                  <a:pt x="18117" y="261064"/>
                  <a:pt x="17572" y="152797"/>
                </a:cubicBezTo>
                <a:cubicBezTo>
                  <a:pt x="17462" y="124202"/>
                  <a:pt x="35362" y="100519"/>
                  <a:pt x="59372" y="90368"/>
                </a:cubicBezTo>
                <a:lnTo>
                  <a:pt x="264884" y="3165"/>
                </a:lnTo>
                <a:cubicBezTo>
                  <a:pt x="269468" y="1091"/>
                  <a:pt x="274380" y="0"/>
                  <a:pt x="279400" y="0"/>
                </a:cubicBezTo>
                <a:close/>
                <a:moveTo>
                  <a:pt x="279400" y="72906"/>
                </a:moveTo>
                <a:lnTo>
                  <a:pt x="279400" y="485567"/>
                </a:lnTo>
                <a:cubicBezTo>
                  <a:pt x="430014" y="412661"/>
                  <a:pt x="470505" y="251133"/>
                  <a:pt x="471488" y="154434"/>
                </a:cubicBezTo>
                <a:lnTo>
                  <a:pt x="279400" y="73015"/>
                </a:lnTo>
                <a:lnTo>
                  <a:pt x="279400" y="73015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11049000" y="2730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3238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Kontrola dostępu na poziomie URL i metod kontrolerów, użytkownicy i role w bazie danych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762000" y="2159000"/>
            <a:ext cx="14732000" cy="127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016000" y="23495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59000" y="2349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/api/categories/validate?name=java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8575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Sprawdzenie, czy kategoria istnieje w słowniku i spełnia wymagania nazwy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14732000" cy="127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16000" y="40005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59000" y="4000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/api/courses/{id}/availability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5085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Zwraca liczbę wolnych miejsc na kursie w formacie JSON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715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Klient REST pobiera dane i wyświetla komunikaty </a:t>
            </a: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bez przeładowania strony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LOGIKA BIZNESOWA ZAPISÓW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508000" cy="508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177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Sprawdzenie roli użytkownika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540000"/>
            <a:ext cx="508000" cy="508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62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Sprawdzenie istnienia i dostępności kursu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302000"/>
            <a:ext cx="508000" cy="508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762000" y="3302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330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Blokada podwójnego zapisu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508000" cy="508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762000" y="4064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0500" y="4064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Obliczenie wolnych miejsc (limit − aktywne)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826000"/>
            <a:ext cx="508000" cy="508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62000" y="482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482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Zapis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AKTYWNY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lub komunikat błędu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588000"/>
            <a:ext cx="508000" cy="508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62000" y="5588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0500" y="5588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Anulowanie = zmiana statusu na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ANULOWANY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(historia zachowana)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1778000"/>
            <a:ext cx="6350000" cy="431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9525000" y="2159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Kluczowe reguły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5000" y="2794000"/>
            <a:ext cx="558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Brak fizycznego usuwania zapisów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Pełna historia zmian statusu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Automatyczna kontrola limitów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Obsługa równoczesnych zapisów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PODZIAŁ PRACY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46990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762000" y="1651000"/>
            <a:ext cx="4699000" cy="635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 dirty="0"/>
          </a:p>
        </p:txBody>
      </p:sp>
      <p:sp>
        <p:nvSpPr>
          <p:cNvPr id="7" name="Text 5"/>
          <p:cNvSpPr/>
          <p:nvPr/>
        </p:nvSpPr>
        <p:spPr>
          <a:xfrm>
            <a:off x="762000" y="16510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pl-PL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Jakub Wierciszewski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06688" y="26035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555625" y="255240"/>
                </a:moveTo>
                <a:cubicBezTo>
                  <a:pt x="537270" y="267395"/>
                  <a:pt x="516186" y="277192"/>
                  <a:pt x="494233" y="285006"/>
                </a:cubicBezTo>
                <a:cubicBezTo>
                  <a:pt x="435942" y="305842"/>
                  <a:pt x="359420" y="317500"/>
                  <a:pt x="277813" y="317500"/>
                </a:cubicBezTo>
                <a:cubicBezTo>
                  <a:pt x="196205" y="317500"/>
                  <a:pt x="119559" y="305718"/>
                  <a:pt x="61392" y="285006"/>
                </a:cubicBezTo>
                <a:cubicBezTo>
                  <a:pt x="39563" y="277192"/>
                  <a:pt x="18355" y="267395"/>
                  <a:pt x="0" y="255240"/>
                </a:cubicBezTo>
                <a:lnTo>
                  <a:pt x="0" y="357188"/>
                </a:lnTo>
                <a:cubicBezTo>
                  <a:pt x="0" y="412006"/>
                  <a:pt x="124396" y="456406"/>
                  <a:pt x="277813" y="456406"/>
                </a:cubicBezTo>
                <a:cubicBezTo>
                  <a:pt x="431229" y="456406"/>
                  <a:pt x="555625" y="412006"/>
                  <a:pt x="555625" y="357188"/>
                </a:cubicBezTo>
                <a:lnTo>
                  <a:pt x="555625" y="255240"/>
                </a:lnTo>
                <a:close/>
                <a:moveTo>
                  <a:pt x="555625" y="158750"/>
                </a:moveTo>
                <a:lnTo>
                  <a:pt x="555625" y="99219"/>
                </a:lnTo>
                <a:cubicBezTo>
                  <a:pt x="555625" y="44400"/>
                  <a:pt x="431229" y="0"/>
                  <a:pt x="277813" y="0"/>
                </a:cubicBezTo>
                <a:cubicBezTo>
                  <a:pt x="124396" y="0"/>
                  <a:pt x="0" y="44400"/>
                  <a:pt x="0" y="99219"/>
                </a:cubicBezTo>
                <a:lnTo>
                  <a:pt x="0" y="158750"/>
                </a:lnTo>
                <a:cubicBezTo>
                  <a:pt x="0" y="213568"/>
                  <a:pt x="124396" y="257969"/>
                  <a:pt x="277813" y="257969"/>
                </a:cubicBezTo>
                <a:cubicBezTo>
                  <a:pt x="431229" y="257969"/>
                  <a:pt x="555625" y="213568"/>
                  <a:pt x="555625" y="158750"/>
                </a:cubicBezTo>
                <a:close/>
                <a:moveTo>
                  <a:pt x="494233" y="483443"/>
                </a:moveTo>
                <a:cubicBezTo>
                  <a:pt x="436066" y="504155"/>
                  <a:pt x="359544" y="515937"/>
                  <a:pt x="277813" y="515937"/>
                </a:cubicBezTo>
                <a:cubicBezTo>
                  <a:pt x="196081" y="515937"/>
                  <a:pt x="119559" y="504155"/>
                  <a:pt x="61392" y="483443"/>
                </a:cubicBezTo>
                <a:cubicBezTo>
                  <a:pt x="39563" y="475630"/>
                  <a:pt x="18355" y="465832"/>
                  <a:pt x="0" y="453678"/>
                </a:cubicBezTo>
                <a:lnTo>
                  <a:pt x="0" y="535781"/>
                </a:lnTo>
                <a:cubicBezTo>
                  <a:pt x="0" y="590600"/>
                  <a:pt x="124396" y="635000"/>
                  <a:pt x="277813" y="635000"/>
                </a:cubicBezTo>
                <a:cubicBezTo>
                  <a:pt x="431229" y="635000"/>
                  <a:pt x="555625" y="590600"/>
                  <a:pt x="555625" y="535781"/>
                </a:cubicBezTo>
                <a:lnTo>
                  <a:pt x="555625" y="453678"/>
                </a:lnTo>
                <a:cubicBezTo>
                  <a:pt x="537270" y="465832"/>
                  <a:pt x="516186" y="475630"/>
                  <a:pt x="494233" y="483443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16000" y="3492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Encje i baza danych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Repozytoria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Relacje między tabelami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Dane testowe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651000"/>
            <a:ext cx="46990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5778500" y="1651000"/>
            <a:ext cx="4699000" cy="635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5778500" y="16510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pl-PL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Michał Szwabowicz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43813" y="26035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447477" y="1488"/>
                </a:moveTo>
                <a:cubicBezTo>
                  <a:pt x="426393" y="-4589"/>
                  <a:pt x="404440" y="7689"/>
                  <a:pt x="398363" y="28773"/>
                </a:cubicBezTo>
                <a:lnTo>
                  <a:pt x="239613" y="584398"/>
                </a:lnTo>
                <a:cubicBezTo>
                  <a:pt x="233536" y="605482"/>
                  <a:pt x="245814" y="627435"/>
                  <a:pt x="266898" y="633512"/>
                </a:cubicBezTo>
                <a:cubicBezTo>
                  <a:pt x="287982" y="639589"/>
                  <a:pt x="309935" y="627311"/>
                  <a:pt x="316012" y="606227"/>
                </a:cubicBezTo>
                <a:lnTo>
                  <a:pt x="474762" y="50602"/>
                </a:lnTo>
                <a:cubicBezTo>
                  <a:pt x="480839" y="29518"/>
                  <a:pt x="468561" y="7565"/>
                  <a:pt x="447477" y="1488"/>
                </a:cubicBezTo>
                <a:close/>
                <a:moveTo>
                  <a:pt x="527596" y="170284"/>
                </a:moveTo>
                <a:cubicBezTo>
                  <a:pt x="512093" y="185787"/>
                  <a:pt x="512093" y="210964"/>
                  <a:pt x="527596" y="226467"/>
                </a:cubicBezTo>
                <a:lnTo>
                  <a:pt x="618629" y="317500"/>
                </a:lnTo>
                <a:lnTo>
                  <a:pt x="527596" y="408533"/>
                </a:lnTo>
                <a:cubicBezTo>
                  <a:pt x="512093" y="424036"/>
                  <a:pt x="512093" y="449213"/>
                  <a:pt x="527596" y="464716"/>
                </a:cubicBezTo>
                <a:cubicBezTo>
                  <a:pt x="543099" y="480219"/>
                  <a:pt x="568275" y="480219"/>
                  <a:pt x="583778" y="464716"/>
                </a:cubicBezTo>
                <a:lnTo>
                  <a:pt x="702841" y="345653"/>
                </a:lnTo>
                <a:cubicBezTo>
                  <a:pt x="718344" y="330150"/>
                  <a:pt x="718344" y="304974"/>
                  <a:pt x="702841" y="289471"/>
                </a:cubicBezTo>
                <a:lnTo>
                  <a:pt x="583778" y="170408"/>
                </a:lnTo>
                <a:cubicBezTo>
                  <a:pt x="568275" y="154905"/>
                  <a:pt x="543099" y="154905"/>
                  <a:pt x="527596" y="170408"/>
                </a:cubicBezTo>
                <a:close/>
                <a:moveTo>
                  <a:pt x="186903" y="170284"/>
                </a:moveTo>
                <a:cubicBezTo>
                  <a:pt x="171400" y="154781"/>
                  <a:pt x="146224" y="154781"/>
                  <a:pt x="130721" y="170284"/>
                </a:cubicBezTo>
                <a:lnTo>
                  <a:pt x="11658" y="289347"/>
                </a:lnTo>
                <a:cubicBezTo>
                  <a:pt x="-3845" y="304850"/>
                  <a:pt x="-3845" y="330026"/>
                  <a:pt x="11658" y="345529"/>
                </a:cubicBezTo>
                <a:lnTo>
                  <a:pt x="130721" y="464592"/>
                </a:lnTo>
                <a:cubicBezTo>
                  <a:pt x="146224" y="480095"/>
                  <a:pt x="171400" y="480095"/>
                  <a:pt x="186903" y="464592"/>
                </a:cubicBezTo>
                <a:cubicBezTo>
                  <a:pt x="202406" y="449089"/>
                  <a:pt x="202406" y="423912"/>
                  <a:pt x="186903" y="408409"/>
                </a:cubicBezTo>
                <a:lnTo>
                  <a:pt x="95870" y="317500"/>
                </a:lnTo>
                <a:lnTo>
                  <a:pt x="186779" y="226467"/>
                </a:lnTo>
                <a:cubicBezTo>
                  <a:pt x="202282" y="210964"/>
                  <a:pt x="202282" y="185787"/>
                  <a:pt x="186779" y="170284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032500" y="3492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Kontrolery i logika zapisów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Sesja i filtrowanie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Sortowanie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651000"/>
            <a:ext cx="4699000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10795000" y="1651000"/>
            <a:ext cx="4699000" cy="635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10795000" y="16510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pl-PL" sz="20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Karol Ziemak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0" y="2603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39688"/>
                </a:moveTo>
                <a:cubicBezTo>
                  <a:pt x="35595" y="39688"/>
                  <a:pt x="0" y="75282"/>
                  <a:pt x="0" y="119062"/>
                </a:cubicBezTo>
                <a:lnTo>
                  <a:pt x="0" y="436563"/>
                </a:lnTo>
                <a:cubicBezTo>
                  <a:pt x="0" y="480343"/>
                  <a:pt x="35595" y="515937"/>
                  <a:pt x="79375" y="515937"/>
                </a:cubicBezTo>
                <a:lnTo>
                  <a:pt x="257969" y="515937"/>
                </a:lnTo>
                <a:lnTo>
                  <a:pt x="238125" y="575469"/>
                </a:lnTo>
                <a:lnTo>
                  <a:pt x="148828" y="575469"/>
                </a:lnTo>
                <a:cubicBezTo>
                  <a:pt x="132333" y="575469"/>
                  <a:pt x="119062" y="588739"/>
                  <a:pt x="119062" y="605234"/>
                </a:cubicBezTo>
                <a:cubicBezTo>
                  <a:pt x="119062" y="621729"/>
                  <a:pt x="132333" y="635000"/>
                  <a:pt x="148828" y="635000"/>
                </a:cubicBezTo>
                <a:lnTo>
                  <a:pt x="486172" y="635000"/>
                </a:lnTo>
                <a:cubicBezTo>
                  <a:pt x="502667" y="635000"/>
                  <a:pt x="515937" y="621729"/>
                  <a:pt x="515937" y="605234"/>
                </a:cubicBezTo>
                <a:cubicBezTo>
                  <a:pt x="515937" y="588739"/>
                  <a:pt x="502667" y="575469"/>
                  <a:pt x="486172" y="575469"/>
                </a:cubicBezTo>
                <a:lnTo>
                  <a:pt x="396875" y="575469"/>
                </a:lnTo>
                <a:lnTo>
                  <a:pt x="377031" y="515937"/>
                </a:lnTo>
                <a:lnTo>
                  <a:pt x="555625" y="515937"/>
                </a:lnTo>
                <a:cubicBezTo>
                  <a:pt x="599405" y="515937"/>
                  <a:pt x="635000" y="480343"/>
                  <a:pt x="635000" y="436563"/>
                </a:cubicBezTo>
                <a:lnTo>
                  <a:pt x="635000" y="119062"/>
                </a:lnTo>
                <a:cubicBezTo>
                  <a:pt x="635000" y="75282"/>
                  <a:pt x="599405" y="39688"/>
                  <a:pt x="555625" y="39688"/>
                </a:cubicBezTo>
                <a:lnTo>
                  <a:pt x="79375" y="39688"/>
                </a:lnTo>
                <a:close/>
                <a:moveTo>
                  <a:pt x="119062" y="119062"/>
                </a:moveTo>
                <a:lnTo>
                  <a:pt x="515937" y="119062"/>
                </a:lnTo>
                <a:cubicBezTo>
                  <a:pt x="537890" y="119062"/>
                  <a:pt x="555625" y="136798"/>
                  <a:pt x="555625" y="158750"/>
                </a:cubicBezTo>
                <a:lnTo>
                  <a:pt x="555625" y="357188"/>
                </a:lnTo>
                <a:cubicBezTo>
                  <a:pt x="555625" y="379140"/>
                  <a:pt x="537890" y="396875"/>
                  <a:pt x="515937" y="396875"/>
                </a:cubicBezTo>
                <a:lnTo>
                  <a:pt x="119062" y="396875"/>
                </a:lnTo>
                <a:cubicBezTo>
                  <a:pt x="97110" y="396875"/>
                  <a:pt x="79375" y="379140"/>
                  <a:pt x="79375" y="357188"/>
                </a:cubicBezTo>
                <a:lnTo>
                  <a:pt x="79375" y="158750"/>
                </a:lnTo>
                <a:cubicBezTo>
                  <a:pt x="79375" y="136798"/>
                  <a:pt x="97110" y="119062"/>
                  <a:pt x="119062" y="119062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1049000" y="3492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Widoki Thymeleaf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Formularze i walidacja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Security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Panel admina + dokumentacja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62000" y="50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PRZEWIDYWANE TRUDNOŚCI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0500" y="177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Security + baza danych + role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0500" y="2476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Kontrola limitów przy równoczesnych zapisach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7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3175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Blokada podwójnych zapisów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1778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80500" y="177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Zapis zmian przy wygaśnięciu sesji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247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80500" y="2476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Zapamiętanie sortowania i filtrowania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317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80500" y="3175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Usługa REST i klient 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873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0500" y="3873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Dokumentacja realizacji wymagań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MAPA ZGODNOŚCI Z WYMAGANIAMI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97000"/>
            <a:ext cx="762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1206500" y="2159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444500" y="63500"/>
                </a:moveTo>
                <a:cubicBezTo>
                  <a:pt x="549672" y="63500"/>
                  <a:pt x="635000" y="148828"/>
                  <a:pt x="635000" y="254000"/>
                </a:cubicBezTo>
                <a:cubicBezTo>
                  <a:pt x="635000" y="359172"/>
                  <a:pt x="549672" y="444500"/>
                  <a:pt x="444500" y="444500"/>
                </a:cubicBezTo>
                <a:lnTo>
                  <a:pt x="190500" y="444500"/>
                </a:lnTo>
                <a:cubicBezTo>
                  <a:pt x="85328" y="444500"/>
                  <a:pt x="0" y="359172"/>
                  <a:pt x="0" y="254000"/>
                </a:cubicBezTo>
                <a:cubicBezTo>
                  <a:pt x="0" y="148828"/>
                  <a:pt x="85328" y="63500"/>
                  <a:pt x="190500" y="63500"/>
                </a:cubicBezTo>
                <a:lnTo>
                  <a:pt x="444500" y="63500"/>
                </a:lnTo>
                <a:close/>
                <a:moveTo>
                  <a:pt x="190500" y="174625"/>
                </a:moveTo>
                <a:cubicBezTo>
                  <a:pt x="177304" y="174625"/>
                  <a:pt x="166688" y="185241"/>
                  <a:pt x="166688" y="198438"/>
                </a:cubicBezTo>
                <a:lnTo>
                  <a:pt x="166688" y="230188"/>
                </a:lnTo>
                <a:lnTo>
                  <a:pt x="134938" y="230188"/>
                </a:lnTo>
                <a:cubicBezTo>
                  <a:pt x="121741" y="230188"/>
                  <a:pt x="111125" y="240804"/>
                  <a:pt x="111125" y="254000"/>
                </a:cubicBezTo>
                <a:cubicBezTo>
                  <a:pt x="111125" y="267196"/>
                  <a:pt x="121741" y="277813"/>
                  <a:pt x="134938" y="277813"/>
                </a:cubicBezTo>
                <a:lnTo>
                  <a:pt x="166688" y="277813"/>
                </a:lnTo>
                <a:lnTo>
                  <a:pt x="166688" y="309562"/>
                </a:lnTo>
                <a:cubicBezTo>
                  <a:pt x="166688" y="322759"/>
                  <a:pt x="177304" y="333375"/>
                  <a:pt x="190500" y="333375"/>
                </a:cubicBezTo>
                <a:cubicBezTo>
                  <a:pt x="203696" y="333375"/>
                  <a:pt x="214313" y="322759"/>
                  <a:pt x="214313" y="309562"/>
                </a:cubicBezTo>
                <a:lnTo>
                  <a:pt x="214313" y="277813"/>
                </a:lnTo>
                <a:lnTo>
                  <a:pt x="246063" y="277813"/>
                </a:lnTo>
                <a:cubicBezTo>
                  <a:pt x="259259" y="277813"/>
                  <a:pt x="269875" y="267196"/>
                  <a:pt x="269875" y="254000"/>
                </a:cubicBezTo>
                <a:cubicBezTo>
                  <a:pt x="269875" y="240804"/>
                  <a:pt x="259259" y="230188"/>
                  <a:pt x="246063" y="230188"/>
                </a:cubicBezTo>
                <a:lnTo>
                  <a:pt x="214313" y="230188"/>
                </a:lnTo>
                <a:lnTo>
                  <a:pt x="214313" y="198438"/>
                </a:lnTo>
                <a:cubicBezTo>
                  <a:pt x="214313" y="185241"/>
                  <a:pt x="203696" y="174625"/>
                  <a:pt x="190500" y="174625"/>
                </a:cubicBezTo>
                <a:close/>
                <a:moveTo>
                  <a:pt x="428625" y="269875"/>
                </a:moveTo>
                <a:cubicBezTo>
                  <a:pt x="411102" y="269875"/>
                  <a:pt x="396875" y="284102"/>
                  <a:pt x="396875" y="301625"/>
                </a:cubicBezTo>
                <a:cubicBezTo>
                  <a:pt x="396875" y="319148"/>
                  <a:pt x="411102" y="333375"/>
                  <a:pt x="428625" y="333375"/>
                </a:cubicBezTo>
                <a:cubicBezTo>
                  <a:pt x="446148" y="333375"/>
                  <a:pt x="460375" y="319148"/>
                  <a:pt x="460375" y="301625"/>
                </a:cubicBezTo>
                <a:cubicBezTo>
                  <a:pt x="460375" y="284102"/>
                  <a:pt x="446148" y="269875"/>
                  <a:pt x="428625" y="269875"/>
                </a:cubicBezTo>
                <a:close/>
                <a:moveTo>
                  <a:pt x="492125" y="174625"/>
                </a:moveTo>
                <a:cubicBezTo>
                  <a:pt x="474602" y="174625"/>
                  <a:pt x="460375" y="188852"/>
                  <a:pt x="460375" y="206375"/>
                </a:cubicBezTo>
                <a:cubicBezTo>
                  <a:pt x="460375" y="223898"/>
                  <a:pt x="474602" y="238125"/>
                  <a:pt x="492125" y="238125"/>
                </a:cubicBezTo>
                <a:cubicBezTo>
                  <a:pt x="509648" y="238125"/>
                  <a:pt x="523875" y="223898"/>
                  <a:pt x="523875" y="206375"/>
                </a:cubicBezTo>
                <a:cubicBezTo>
                  <a:pt x="523875" y="188852"/>
                  <a:pt x="509648" y="174625"/>
                  <a:pt x="492125" y="17462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2032000" y="2159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Kontrolery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61000" y="222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1301750" y="304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2032000" y="3048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Baza danych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1000" y="311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1270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2032000" y="3937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Widoki i formularze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61000" y="400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1333500" y="4826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247948" y="66278"/>
                </a:moveTo>
                <a:cubicBezTo>
                  <a:pt x="258266" y="52090"/>
                  <a:pt x="255091" y="32246"/>
                  <a:pt x="240903" y="21927"/>
                </a:cubicBezTo>
                <a:cubicBezTo>
                  <a:pt x="226715" y="11609"/>
                  <a:pt x="206871" y="14784"/>
                  <a:pt x="196552" y="28972"/>
                </a:cubicBezTo>
                <a:lnTo>
                  <a:pt x="91380" y="173534"/>
                </a:lnTo>
                <a:lnTo>
                  <a:pt x="54173" y="136327"/>
                </a:lnTo>
                <a:cubicBezTo>
                  <a:pt x="41771" y="123924"/>
                  <a:pt x="21630" y="123924"/>
                  <a:pt x="9227" y="136327"/>
                </a:cubicBezTo>
                <a:cubicBezTo>
                  <a:pt x="-3175" y="148729"/>
                  <a:pt x="-3175" y="168870"/>
                  <a:pt x="9227" y="181273"/>
                </a:cubicBezTo>
                <a:lnTo>
                  <a:pt x="72727" y="244773"/>
                </a:lnTo>
                <a:cubicBezTo>
                  <a:pt x="79276" y="251321"/>
                  <a:pt x="88404" y="254695"/>
                  <a:pt x="97631" y="254000"/>
                </a:cubicBezTo>
                <a:cubicBezTo>
                  <a:pt x="106859" y="253305"/>
                  <a:pt x="115391" y="248543"/>
                  <a:pt x="120848" y="241002"/>
                </a:cubicBezTo>
                <a:lnTo>
                  <a:pt x="247848" y="66377"/>
                </a:lnTo>
                <a:close/>
                <a:moveTo>
                  <a:pt x="374948" y="201216"/>
                </a:moveTo>
                <a:cubicBezTo>
                  <a:pt x="385266" y="187027"/>
                  <a:pt x="382091" y="167184"/>
                  <a:pt x="367903" y="156865"/>
                </a:cubicBezTo>
                <a:cubicBezTo>
                  <a:pt x="353715" y="146546"/>
                  <a:pt x="333871" y="149721"/>
                  <a:pt x="323552" y="163909"/>
                </a:cubicBezTo>
                <a:lnTo>
                  <a:pt x="154880" y="395784"/>
                </a:lnTo>
                <a:lnTo>
                  <a:pt x="85923" y="326827"/>
                </a:lnTo>
                <a:cubicBezTo>
                  <a:pt x="73521" y="314424"/>
                  <a:pt x="53380" y="314424"/>
                  <a:pt x="40977" y="326827"/>
                </a:cubicBezTo>
                <a:cubicBezTo>
                  <a:pt x="28575" y="339229"/>
                  <a:pt x="28575" y="359370"/>
                  <a:pt x="40977" y="371773"/>
                </a:cubicBezTo>
                <a:lnTo>
                  <a:pt x="136227" y="467023"/>
                </a:lnTo>
                <a:cubicBezTo>
                  <a:pt x="142776" y="473571"/>
                  <a:pt x="151904" y="476945"/>
                  <a:pt x="161131" y="476250"/>
                </a:cubicBezTo>
                <a:cubicBezTo>
                  <a:pt x="170359" y="475555"/>
                  <a:pt x="178891" y="470793"/>
                  <a:pt x="184348" y="463252"/>
                </a:cubicBezTo>
                <a:lnTo>
                  <a:pt x="374848" y="201315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032000" y="4826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Walidacja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61000" y="488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8382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134342"/>
                </a:lnTo>
                <a:cubicBezTo>
                  <a:pt x="0" y="141089"/>
                  <a:pt x="4366" y="146844"/>
                  <a:pt x="10021" y="150515"/>
                </a:cubicBezTo>
                <a:cubicBezTo>
                  <a:pt x="23118" y="159048"/>
                  <a:pt x="31750" y="173732"/>
                  <a:pt x="31750" y="190500"/>
                </a:cubicBezTo>
                <a:cubicBezTo>
                  <a:pt x="31750" y="207268"/>
                  <a:pt x="23118" y="221952"/>
                  <a:pt x="10021" y="230485"/>
                </a:cubicBezTo>
                <a:cubicBezTo>
                  <a:pt x="4366" y="234156"/>
                  <a:pt x="0" y="239911"/>
                  <a:pt x="0" y="246658"/>
                </a:cubicBezTo>
                <a:lnTo>
                  <a:pt x="0" y="301625"/>
                </a:lnTo>
                <a:lnTo>
                  <a:pt x="508000" y="301625"/>
                </a:lnTo>
                <a:lnTo>
                  <a:pt x="508000" y="246658"/>
                </a:lnTo>
                <a:cubicBezTo>
                  <a:pt x="508000" y="239911"/>
                  <a:pt x="503634" y="234156"/>
                  <a:pt x="497979" y="230485"/>
                </a:cubicBezTo>
                <a:cubicBezTo>
                  <a:pt x="484882" y="221952"/>
                  <a:pt x="476250" y="207268"/>
                  <a:pt x="476250" y="190500"/>
                </a:cubicBezTo>
                <a:cubicBezTo>
                  <a:pt x="476250" y="173732"/>
                  <a:pt x="484882" y="159048"/>
                  <a:pt x="497979" y="150515"/>
                </a:cubicBezTo>
                <a:cubicBezTo>
                  <a:pt x="503634" y="146844"/>
                  <a:pt x="508000" y="141089"/>
                  <a:pt x="508000" y="134342"/>
                </a:cubicBez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lose/>
                <a:moveTo>
                  <a:pt x="508000" y="412750"/>
                </a:moveTo>
                <a:lnTo>
                  <a:pt x="508000" y="349250"/>
                </a:lnTo>
                <a:lnTo>
                  <a:pt x="0" y="349250"/>
                </a:lnTo>
                <a:lnTo>
                  <a:pt x="0" y="412750"/>
                </a:lnTo>
                <a:cubicBezTo>
                  <a:pt x="0" y="430312"/>
                  <a:pt x="14188" y="444500"/>
                  <a:pt x="31750" y="444500"/>
                </a:cubicBezTo>
                <a:lnTo>
                  <a:pt x="95250" y="444500"/>
                </a:lnTo>
                <a:lnTo>
                  <a:pt x="95250" y="420688"/>
                </a:lnTo>
                <a:cubicBezTo>
                  <a:pt x="95250" y="407491"/>
                  <a:pt x="105866" y="396875"/>
                  <a:pt x="119063" y="396875"/>
                </a:cubicBezTo>
                <a:cubicBezTo>
                  <a:pt x="132259" y="396875"/>
                  <a:pt x="142875" y="407491"/>
                  <a:pt x="142875" y="420688"/>
                </a:cubicBezTo>
                <a:lnTo>
                  <a:pt x="142875" y="444500"/>
                </a:lnTo>
                <a:lnTo>
                  <a:pt x="230188" y="444500"/>
                </a:lnTo>
                <a:lnTo>
                  <a:pt x="230188" y="420688"/>
                </a:lnTo>
                <a:cubicBezTo>
                  <a:pt x="230188" y="407491"/>
                  <a:pt x="240804" y="396875"/>
                  <a:pt x="254000" y="396875"/>
                </a:cubicBezTo>
                <a:cubicBezTo>
                  <a:pt x="267196" y="396875"/>
                  <a:pt x="277813" y="407491"/>
                  <a:pt x="277813" y="420688"/>
                </a:cubicBezTo>
                <a:lnTo>
                  <a:pt x="277813" y="444500"/>
                </a:lnTo>
                <a:lnTo>
                  <a:pt x="365125" y="444500"/>
                </a:lnTo>
                <a:lnTo>
                  <a:pt x="365125" y="420688"/>
                </a:lnTo>
                <a:cubicBezTo>
                  <a:pt x="365125" y="407491"/>
                  <a:pt x="375741" y="396875"/>
                  <a:pt x="388938" y="396875"/>
                </a:cubicBezTo>
                <a:cubicBezTo>
                  <a:pt x="402134" y="396875"/>
                  <a:pt x="412750" y="407491"/>
                  <a:pt x="412750" y="420688"/>
                </a:cubicBezTo>
                <a:lnTo>
                  <a:pt x="412750" y="444500"/>
                </a:ln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lose/>
                <a:moveTo>
                  <a:pt x="158750" y="158750"/>
                </a:moveTo>
                <a:lnTo>
                  <a:pt x="158750" y="222250"/>
                </a:lnTo>
                <a:cubicBezTo>
                  <a:pt x="158750" y="239812"/>
                  <a:pt x="144562" y="254000"/>
                  <a:pt x="127000" y="254000"/>
                </a:cubicBezTo>
                <a:cubicBezTo>
                  <a:pt x="109438" y="254000"/>
                  <a:pt x="95250" y="239812"/>
                  <a:pt x="95250" y="222250"/>
                </a:cubicBezTo>
                <a:lnTo>
                  <a:pt x="95250" y="158750"/>
                </a:lnTo>
                <a:cubicBezTo>
                  <a:pt x="95250" y="141188"/>
                  <a:pt x="109438" y="127000"/>
                  <a:pt x="127000" y="127000"/>
                </a:cubicBezTo>
                <a:cubicBezTo>
                  <a:pt x="144562" y="127000"/>
                  <a:pt x="158750" y="141188"/>
                  <a:pt x="158750" y="158750"/>
                </a:cubicBezTo>
                <a:close/>
                <a:moveTo>
                  <a:pt x="285750" y="158750"/>
                </a:moveTo>
                <a:lnTo>
                  <a:pt x="285750" y="222250"/>
                </a:lnTo>
                <a:cubicBezTo>
                  <a:pt x="285750" y="239812"/>
                  <a:pt x="271562" y="254000"/>
                  <a:pt x="254000" y="254000"/>
                </a:cubicBezTo>
                <a:cubicBezTo>
                  <a:pt x="236438" y="254000"/>
                  <a:pt x="222250" y="239812"/>
                  <a:pt x="222250" y="22225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412750" y="158750"/>
                </a:moveTo>
                <a:lnTo>
                  <a:pt x="412750" y="222250"/>
                </a:lnTo>
                <a:cubicBezTo>
                  <a:pt x="412750" y="239812"/>
                  <a:pt x="398562" y="254000"/>
                  <a:pt x="381000" y="254000"/>
                </a:cubicBezTo>
                <a:cubicBezTo>
                  <a:pt x="363438" y="254000"/>
                  <a:pt x="349250" y="239812"/>
                  <a:pt x="349250" y="222250"/>
                </a:cubicBezTo>
                <a:lnTo>
                  <a:pt x="349250" y="158750"/>
                </a:lnTo>
                <a:cubicBezTo>
                  <a:pt x="349250" y="141188"/>
                  <a:pt x="363438" y="127000"/>
                  <a:pt x="381000" y="127000"/>
                </a:cubicBezTo>
                <a:cubicBezTo>
                  <a:pt x="398562" y="127000"/>
                  <a:pt x="412750" y="141188"/>
                  <a:pt x="412750" y="15875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9144000" y="2159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Sesja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73000" y="222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8382000" y="304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5488" y="27384"/>
                </a:moveTo>
                <a:cubicBezTo>
                  <a:pt x="254695" y="22027"/>
                  <a:pt x="250627" y="17661"/>
                  <a:pt x="245269" y="16867"/>
                </a:cubicBezTo>
                <a:cubicBezTo>
                  <a:pt x="223341" y="13791"/>
                  <a:pt x="201017" y="17760"/>
                  <a:pt x="181372" y="28178"/>
                </a:cubicBezTo>
                <a:lnTo>
                  <a:pt x="107950" y="67370"/>
                </a:lnTo>
                <a:cubicBezTo>
                  <a:pt x="88404" y="77788"/>
                  <a:pt x="72628" y="94159"/>
                  <a:pt x="62905" y="114102"/>
                </a:cubicBezTo>
                <a:lnTo>
                  <a:pt x="26491" y="189111"/>
                </a:lnTo>
                <a:cubicBezTo>
                  <a:pt x="16768" y="209054"/>
                  <a:pt x="13593" y="231676"/>
                  <a:pt x="17463" y="253504"/>
                </a:cubicBezTo>
                <a:lnTo>
                  <a:pt x="31849" y="335657"/>
                </a:lnTo>
                <a:cubicBezTo>
                  <a:pt x="35719" y="357584"/>
                  <a:pt x="46335" y="377627"/>
                  <a:pt x="62309" y="393105"/>
                </a:cubicBezTo>
                <a:lnTo>
                  <a:pt x="122138" y="451048"/>
                </a:lnTo>
                <a:cubicBezTo>
                  <a:pt x="138113" y="466527"/>
                  <a:pt x="158452" y="476448"/>
                  <a:pt x="180380" y="479524"/>
                </a:cubicBezTo>
                <a:lnTo>
                  <a:pt x="262731" y="491133"/>
                </a:lnTo>
                <a:cubicBezTo>
                  <a:pt x="284659" y="494209"/>
                  <a:pt x="306983" y="490240"/>
                  <a:pt x="326628" y="479822"/>
                </a:cubicBezTo>
                <a:lnTo>
                  <a:pt x="400050" y="440630"/>
                </a:lnTo>
                <a:cubicBezTo>
                  <a:pt x="419596" y="430213"/>
                  <a:pt x="435372" y="413841"/>
                  <a:pt x="445095" y="393799"/>
                </a:cubicBezTo>
                <a:lnTo>
                  <a:pt x="481509" y="318889"/>
                </a:lnTo>
                <a:cubicBezTo>
                  <a:pt x="491232" y="298946"/>
                  <a:pt x="494407" y="276324"/>
                  <a:pt x="490538" y="254496"/>
                </a:cubicBezTo>
                <a:cubicBezTo>
                  <a:pt x="489645" y="249237"/>
                  <a:pt x="485279" y="245269"/>
                  <a:pt x="480020" y="244475"/>
                </a:cubicBezTo>
                <a:cubicBezTo>
                  <a:pt x="428923" y="236339"/>
                  <a:pt x="387945" y="197743"/>
                  <a:pt x="376337" y="147836"/>
                </a:cubicBezTo>
                <a:cubicBezTo>
                  <a:pt x="374551" y="140295"/>
                  <a:pt x="368399" y="134541"/>
                  <a:pt x="360759" y="133350"/>
                </a:cubicBezTo>
                <a:cubicBezTo>
                  <a:pt x="306586" y="124718"/>
                  <a:pt x="263823" y="81756"/>
                  <a:pt x="255389" y="27384"/>
                </a:cubicBezTo>
                <a:close/>
                <a:moveTo>
                  <a:pt x="206375" y="142875"/>
                </a:moveTo>
                <a:cubicBezTo>
                  <a:pt x="223898" y="142875"/>
                  <a:pt x="238125" y="157102"/>
                  <a:pt x="238125" y="174625"/>
                </a:cubicBezTo>
                <a:cubicBezTo>
                  <a:pt x="238125" y="192148"/>
                  <a:pt x="223898" y="206375"/>
                  <a:pt x="206375" y="206375"/>
                </a:cubicBezTo>
                <a:cubicBezTo>
                  <a:pt x="188852" y="206375"/>
                  <a:pt x="174625" y="192148"/>
                  <a:pt x="174625" y="174625"/>
                </a:cubicBezTo>
                <a:cubicBezTo>
                  <a:pt x="174625" y="157102"/>
                  <a:pt x="188852" y="142875"/>
                  <a:pt x="206375" y="142875"/>
                </a:cubicBezTo>
                <a:close/>
                <a:moveTo>
                  <a:pt x="142875" y="333375"/>
                </a:moveTo>
                <a:cubicBezTo>
                  <a:pt x="142875" y="315852"/>
                  <a:pt x="157102" y="301625"/>
                  <a:pt x="174625" y="301625"/>
                </a:cubicBezTo>
                <a:cubicBezTo>
                  <a:pt x="192148" y="301625"/>
                  <a:pt x="206375" y="315852"/>
                  <a:pt x="206375" y="333375"/>
                </a:cubicBezTo>
                <a:cubicBezTo>
                  <a:pt x="206375" y="350898"/>
                  <a:pt x="192148" y="365125"/>
                  <a:pt x="174625" y="365125"/>
                </a:cubicBezTo>
                <a:cubicBezTo>
                  <a:pt x="157102" y="365125"/>
                  <a:pt x="142875" y="350898"/>
                  <a:pt x="142875" y="333375"/>
                </a:cubicBezTo>
                <a:close/>
                <a:moveTo>
                  <a:pt x="365125" y="269875"/>
                </a:moveTo>
                <a:cubicBezTo>
                  <a:pt x="382648" y="269875"/>
                  <a:pt x="396875" y="284102"/>
                  <a:pt x="396875" y="301625"/>
                </a:cubicBezTo>
                <a:cubicBezTo>
                  <a:pt x="396875" y="319148"/>
                  <a:pt x="382648" y="333375"/>
                  <a:pt x="365125" y="333375"/>
                </a:cubicBezTo>
                <a:cubicBezTo>
                  <a:pt x="347602" y="333375"/>
                  <a:pt x="333375" y="319148"/>
                  <a:pt x="333375" y="301625"/>
                </a:cubicBezTo>
                <a:cubicBezTo>
                  <a:pt x="333375" y="284102"/>
                  <a:pt x="347602" y="269875"/>
                  <a:pt x="365125" y="269875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9144000" y="3048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Ciasteczka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573000" y="311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8413750" y="393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27000" y="-31750"/>
                </a:moveTo>
                <a:cubicBezTo>
                  <a:pt x="144562" y="-31750"/>
                  <a:pt x="158750" y="-17562"/>
                  <a:pt x="158750" y="0"/>
                </a:cubicBezTo>
                <a:lnTo>
                  <a:pt x="158750" y="95250"/>
                </a:lnTo>
                <a:lnTo>
                  <a:pt x="285750" y="95250"/>
                </a:lnTo>
                <a:lnTo>
                  <a:pt x="285750" y="0"/>
                </a:lnTo>
                <a:cubicBezTo>
                  <a:pt x="285750" y="-17562"/>
                  <a:pt x="299938" y="-31750"/>
                  <a:pt x="317500" y="-31750"/>
                </a:cubicBezTo>
                <a:cubicBezTo>
                  <a:pt x="335062" y="-31750"/>
                  <a:pt x="349250" y="-17562"/>
                  <a:pt x="349250" y="0"/>
                </a:cubicBezTo>
                <a:lnTo>
                  <a:pt x="349250" y="95250"/>
                </a:ln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cubicBezTo>
                  <a:pt x="444500" y="144562"/>
                  <a:pt x="430312" y="158750"/>
                  <a:pt x="412750" y="158750"/>
                </a:cubicBezTo>
                <a:lnTo>
                  <a:pt x="412750" y="222250"/>
                </a:lnTo>
                <a:cubicBezTo>
                  <a:pt x="412750" y="316607"/>
                  <a:pt x="344091" y="394990"/>
                  <a:pt x="254000" y="410071"/>
                </a:cubicBezTo>
                <a:lnTo>
                  <a:pt x="254000" y="476250"/>
                </a:lnTo>
                <a:cubicBezTo>
                  <a:pt x="254000" y="493812"/>
                  <a:pt x="239812" y="508000"/>
                  <a:pt x="222250" y="508000"/>
                </a:cubicBezTo>
                <a:cubicBezTo>
                  <a:pt x="204688" y="508000"/>
                  <a:pt x="190500" y="493812"/>
                  <a:pt x="190500" y="476250"/>
                </a:cubicBezTo>
                <a:lnTo>
                  <a:pt x="190500" y="410071"/>
                </a:lnTo>
                <a:cubicBezTo>
                  <a:pt x="100409" y="394990"/>
                  <a:pt x="31750" y="316607"/>
                  <a:pt x="31750" y="222250"/>
                </a:cubicBezTo>
                <a:lnTo>
                  <a:pt x="31750" y="158750"/>
                </a:lnTo>
                <a:cubicBezTo>
                  <a:pt x="14188" y="158750"/>
                  <a:pt x="0" y="144562"/>
                  <a:pt x="0" y="127000"/>
                </a:cubicBezTo>
                <a:cubicBezTo>
                  <a:pt x="0" y="109438"/>
                  <a:pt x="14188" y="95250"/>
                  <a:pt x="31750" y="95250"/>
                </a:cubicBezTo>
                <a:lnTo>
                  <a:pt x="95250" y="95250"/>
                </a:lnTo>
                <a:lnTo>
                  <a:pt x="95250" y="0"/>
                </a:lnTo>
                <a:cubicBezTo>
                  <a:pt x="95250" y="-17562"/>
                  <a:pt x="109438" y="-31750"/>
                  <a:pt x="127000" y="-3175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9144000" y="3937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i klient REST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573000" y="400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8382000" y="482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9144000" y="4826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573000" y="488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ADE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762000" y="6096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8/8 wymagań pokrytych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y7ngjrdvcnww/mnt/agents/output/coursemanager/images/2_Dark_blue_tech_background_Images.png"/>
          <p:cNvPicPr>
            <a:picLocks noChangeAspect="1"/>
          </p:cNvPicPr>
          <p:nvPr/>
        </p:nvPicPr>
        <p:blipFill>
          <a:blip r:embed="rId3"/>
          <a:srcRect t="10281" b="102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1"/>
          <p:cNvSpPr/>
          <p:nvPr/>
        </p:nvSpPr>
        <p:spPr>
          <a:xfrm>
            <a:off x="6858000" y="3175000"/>
            <a:ext cx="2540000" cy="508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3048000" y="3429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DZIĘKUJEMY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444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CourseManager — System zapisów na kursy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8000" y="5207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Pytania?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800</Words>
  <Application>Microsoft Office PowerPoint</Application>
  <PresentationFormat>Custom</PresentationFormat>
  <Paragraphs>233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QuattrocentoSans</vt:lpstr>
      <vt:lpstr>Arial</vt:lpstr>
      <vt:lpstr>Liter</vt:lpstr>
      <vt:lpstr>微软雅黑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CourseManager - System zapisów na kursy</dc:title>
  <dc:subject>CourseManager - System zapisów na kursy</dc:subject>
  <dc:creator>Kimi</dc:creator>
  <cp:lastModifiedBy>Jakub Wierciszewski (117268)</cp:lastModifiedBy>
  <cp:revision>2</cp:revision>
  <dcterms:created xsi:type="dcterms:W3CDTF">2026-06-02T16:06:49Z</dcterms:created>
  <dcterms:modified xsi:type="dcterms:W3CDTF">2026-06-02T16:08:33Z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{"Label":"CourseManager - System zapisów na kursy","ContentProducer":"001191110108MACG2KBH8F10000","ProduceID":"19e89139-bf22-894e-8000-000043c32a34","ReservedCode1":"","ContentPropagator":"001191110108MACG2KBH8F20000","PropagateID":"19e89139-bf22-894e-8000-000043c32a34","ReservedCode2":""}</vt:lpwstr>
  </property>
</Properties>
</file>